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embeddedFontLst>
    <p:embeddedFont>
      <p:font typeface="Liter" charset="-122" pitchFamily="34"/>
      <p:regular r:id="rId14"/>
    </p:embeddedFont>
    <p:embeddedFont>
      <p:font typeface="Quattrocento Sans" charset="-122" pitchFamily="34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6366F1"/>
              </a:gs>
              <a:gs pos="100000">
                <a:srgbClr val="4F46E5"/>
              </a:gs>
            </a:gsLst>
            <a:lin ang="2700000" scaled="1"/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2" r="62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5638800" y="1547813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228600" y="0"/>
                </a:moveTo>
                <a:lnTo>
                  <a:pt x="685800" y="0"/>
                </a:lnTo>
                <a:cubicBezTo>
                  <a:pt x="811968" y="0"/>
                  <a:pt x="914400" y="102432"/>
                  <a:pt x="914400" y="228600"/>
                </a:cubicBezTo>
                <a:lnTo>
                  <a:pt x="914400" y="685800"/>
                </a:lnTo>
                <a:cubicBezTo>
                  <a:pt x="914400" y="811968"/>
                  <a:pt x="811968" y="914400"/>
                  <a:pt x="685800" y="914400"/>
                </a:cubicBezTo>
                <a:lnTo>
                  <a:pt x="228600" y="914400"/>
                </a:lnTo>
                <a:cubicBezTo>
                  <a:pt x="102432" y="914400"/>
                  <a:pt x="0" y="811968"/>
                  <a:pt x="0" y="6858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867400" y="177641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96351"/>
                </a:moveTo>
                <a:lnTo>
                  <a:pt x="215205" y="77778"/>
                </a:lnTo>
                <a:cubicBezTo>
                  <a:pt x="192881" y="46881"/>
                  <a:pt x="157073" y="28575"/>
                  <a:pt x="118854" y="28575"/>
                </a:cubicBezTo>
                <a:cubicBezTo>
                  <a:pt x="53221" y="28575"/>
                  <a:pt x="0" y="81796"/>
                  <a:pt x="0" y="147429"/>
                </a:cubicBezTo>
                <a:lnTo>
                  <a:pt x="0" y="149751"/>
                </a:lnTo>
                <a:cubicBezTo>
                  <a:pt x="0" y="170825"/>
                  <a:pt x="5536" y="192613"/>
                  <a:pt x="14823" y="214313"/>
                </a:cubicBezTo>
                <a:lnTo>
                  <a:pt x="109478" y="214313"/>
                </a:lnTo>
                <a:cubicBezTo>
                  <a:pt x="112335" y="214313"/>
                  <a:pt x="114925" y="212616"/>
                  <a:pt x="116086" y="209937"/>
                </a:cubicBezTo>
                <a:lnTo>
                  <a:pt x="144482" y="141803"/>
                </a:lnTo>
                <a:cubicBezTo>
                  <a:pt x="147786" y="133945"/>
                  <a:pt x="155466" y="128766"/>
                  <a:pt x="163949" y="128588"/>
                </a:cubicBezTo>
                <a:cubicBezTo>
                  <a:pt x="172432" y="128409"/>
                  <a:pt x="180290" y="133410"/>
                  <a:pt x="183773" y="141178"/>
                </a:cubicBezTo>
                <a:lnTo>
                  <a:pt x="229582" y="242888"/>
                </a:lnTo>
                <a:lnTo>
                  <a:pt x="266551" y="168950"/>
                </a:lnTo>
                <a:cubicBezTo>
                  <a:pt x="270212" y="161717"/>
                  <a:pt x="277624" y="157073"/>
                  <a:pt x="285750" y="157073"/>
                </a:cubicBezTo>
                <a:cubicBezTo>
                  <a:pt x="293876" y="157073"/>
                  <a:pt x="301288" y="161627"/>
                  <a:pt x="304949" y="168950"/>
                </a:cubicBezTo>
                <a:lnTo>
                  <a:pt x="325666" y="210294"/>
                </a:lnTo>
                <a:cubicBezTo>
                  <a:pt x="326916" y="212705"/>
                  <a:pt x="329327" y="214223"/>
                  <a:pt x="332095" y="214223"/>
                </a:cubicBezTo>
                <a:lnTo>
                  <a:pt x="442466" y="214223"/>
                </a:lnTo>
                <a:cubicBezTo>
                  <a:pt x="451842" y="192524"/>
                  <a:pt x="457289" y="170736"/>
                  <a:pt x="457289" y="149662"/>
                </a:cubicBezTo>
                <a:lnTo>
                  <a:pt x="457289" y="147340"/>
                </a:lnTo>
                <a:cubicBezTo>
                  <a:pt x="457200" y="81796"/>
                  <a:pt x="403979" y="28575"/>
                  <a:pt x="338346" y="28575"/>
                </a:cubicBezTo>
                <a:cubicBezTo>
                  <a:pt x="300216" y="28575"/>
                  <a:pt x="264319" y="46881"/>
                  <a:pt x="241995" y="77778"/>
                </a:cubicBezTo>
                <a:lnTo>
                  <a:pt x="228600" y="96262"/>
                </a:lnTo>
                <a:close/>
                <a:moveTo>
                  <a:pt x="419338" y="257175"/>
                </a:moveTo>
                <a:lnTo>
                  <a:pt x="332006" y="257175"/>
                </a:lnTo>
                <a:cubicBezTo>
                  <a:pt x="313075" y="257175"/>
                  <a:pt x="295751" y="246459"/>
                  <a:pt x="287268" y="229493"/>
                </a:cubicBezTo>
                <a:lnTo>
                  <a:pt x="285750" y="226457"/>
                </a:lnTo>
                <a:lnTo>
                  <a:pt x="247799" y="302449"/>
                </a:lnTo>
                <a:cubicBezTo>
                  <a:pt x="244138" y="309860"/>
                  <a:pt x="236458" y="314504"/>
                  <a:pt x="228154" y="314325"/>
                </a:cubicBezTo>
                <a:cubicBezTo>
                  <a:pt x="219849" y="314146"/>
                  <a:pt x="212437" y="309235"/>
                  <a:pt x="209044" y="301734"/>
                </a:cubicBezTo>
                <a:lnTo>
                  <a:pt x="165021" y="203954"/>
                </a:lnTo>
                <a:lnTo>
                  <a:pt x="155644" y="226457"/>
                </a:lnTo>
                <a:cubicBezTo>
                  <a:pt x="147876" y="245120"/>
                  <a:pt x="129659" y="257264"/>
                  <a:pt x="109478" y="257264"/>
                </a:cubicBezTo>
                <a:lnTo>
                  <a:pt x="37862" y="257264"/>
                </a:lnTo>
                <a:cubicBezTo>
                  <a:pt x="80010" y="323165"/>
                  <a:pt x="147697" y="383798"/>
                  <a:pt x="190024" y="416123"/>
                </a:cubicBezTo>
                <a:cubicBezTo>
                  <a:pt x="201097" y="424517"/>
                  <a:pt x="214670" y="428714"/>
                  <a:pt x="228511" y="428714"/>
                </a:cubicBezTo>
                <a:cubicBezTo>
                  <a:pt x="242352" y="428714"/>
                  <a:pt x="256014" y="424607"/>
                  <a:pt x="266998" y="416123"/>
                </a:cubicBezTo>
                <a:cubicBezTo>
                  <a:pt x="309503" y="383709"/>
                  <a:pt x="377190" y="323076"/>
                  <a:pt x="419338" y="2571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2916555" y="2995613"/>
            <a:ext cx="6362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spc="-135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MoodLift Application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3910013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3620095" y="4252913"/>
            <a:ext cx="4953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Overview &amp; Architecture Documentation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867513" y="511968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5067538" y="5081588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April 2026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20276" y="5176838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19050"/>
                </a:lnTo>
                <a:cubicBezTo>
                  <a:pt x="38100" y="29564"/>
                  <a:pt x="29564" y="38100"/>
                  <a:pt x="190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296501" y="511968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515576" y="5081588"/>
            <a:ext cx="87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MERN Stack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4164" y="344164"/>
            <a:ext cx="11563901" cy="17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8" b="1" spc="95" kern="0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Experience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4164" y="585078"/>
            <a:ext cx="11710171" cy="412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52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Use Cases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4164" y="1066908"/>
            <a:ext cx="11581109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dirty="0">
                <a:solidFill>
                  <a:srgbClr val="6A72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Nine core journeys that define the user experience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7605" y="1517762"/>
            <a:ext cx="3732456" cy="1572828"/>
          </a:xfrm>
          <a:custGeom>
            <a:avLst/>
            <a:gdLst/>
            <a:ahLst/>
            <a:cxnLst/>
            <a:rect l="l" t="t" r="r" b="b"/>
            <a:pathLst>
              <a:path w="3732456" h="1572828">
                <a:moveTo>
                  <a:pt x="137670" y="0"/>
                </a:moveTo>
                <a:lnTo>
                  <a:pt x="3594786" y="0"/>
                </a:lnTo>
                <a:cubicBezTo>
                  <a:pt x="3670768" y="0"/>
                  <a:pt x="3732456" y="61688"/>
                  <a:pt x="3732456" y="137670"/>
                </a:cubicBezTo>
                <a:lnTo>
                  <a:pt x="3732456" y="1435159"/>
                </a:lnTo>
                <a:cubicBezTo>
                  <a:pt x="3732456" y="1511141"/>
                  <a:pt x="3670768" y="1572828"/>
                  <a:pt x="3594786" y="1572828"/>
                </a:cubicBezTo>
                <a:lnTo>
                  <a:pt x="137670" y="1572828"/>
                </a:lnTo>
                <a:cubicBezTo>
                  <a:pt x="61688" y="1572828"/>
                  <a:pt x="0" y="1511141"/>
                  <a:pt x="0" y="1435159"/>
                </a:cubicBezTo>
                <a:lnTo>
                  <a:pt x="0" y="137670"/>
                </a:lnTo>
                <a:cubicBezTo>
                  <a:pt x="0" y="61688"/>
                  <a:pt x="61688" y="0"/>
                  <a:pt x="137670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5000"/>
                </a:srgbClr>
              </a:gs>
              <a:gs pos="100000">
                <a:srgbClr val="6366F1">
                  <a:alpha val="10000"/>
                </a:srgbClr>
              </a:gs>
            </a:gsLst>
            <a:lin ang="2700000" scaled="1"/>
          </a:gradFill>
          <a:ln w="10160">
            <a:solidFill>
              <a:srgbClr val="6366F1">
                <a:alpha val="1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3129" y="1693285"/>
            <a:ext cx="412996" cy="412996"/>
          </a:xfrm>
          <a:custGeom>
            <a:avLst/>
            <a:gdLst/>
            <a:ahLst/>
            <a:cxnLst/>
            <a:rect l="l" t="t" r="r" b="b"/>
            <a:pathLst>
              <a:path w="412996" h="412996">
                <a:moveTo>
                  <a:pt x="103249" y="0"/>
                </a:moveTo>
                <a:lnTo>
                  <a:pt x="309747" y="0"/>
                </a:lnTo>
                <a:cubicBezTo>
                  <a:pt x="366770" y="0"/>
                  <a:pt x="412996" y="46226"/>
                  <a:pt x="412996" y="103249"/>
                </a:cubicBezTo>
                <a:lnTo>
                  <a:pt x="412996" y="309747"/>
                </a:lnTo>
                <a:cubicBezTo>
                  <a:pt x="412996" y="366770"/>
                  <a:pt x="366770" y="412996"/>
                  <a:pt x="309747" y="412996"/>
                </a:cubicBezTo>
                <a:lnTo>
                  <a:pt x="103249" y="412996"/>
                </a:lnTo>
                <a:cubicBezTo>
                  <a:pt x="46226" y="412996"/>
                  <a:pt x="0" y="366770"/>
                  <a:pt x="0" y="309747"/>
                </a:cubicBezTo>
                <a:lnTo>
                  <a:pt x="0" y="103249"/>
                </a:lnTo>
                <a:cubicBezTo>
                  <a:pt x="0" y="46226"/>
                  <a:pt x="46226" y="0"/>
                  <a:pt x="103249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643586" y="1813743"/>
            <a:ext cx="172082" cy="172082"/>
          </a:xfrm>
          <a:custGeom>
            <a:avLst/>
            <a:gdLst/>
            <a:ahLst/>
            <a:cxnLst/>
            <a:rect l="l" t="t" r="r" b="b"/>
            <a:pathLst>
              <a:path w="172082" h="172082">
                <a:moveTo>
                  <a:pt x="86041" y="172082"/>
                </a:moveTo>
                <a:cubicBezTo>
                  <a:pt x="133528" y="172082"/>
                  <a:pt x="172082" y="133528"/>
                  <a:pt x="172082" y="86041"/>
                </a:cubicBezTo>
                <a:cubicBezTo>
                  <a:pt x="172082" y="38554"/>
                  <a:pt x="133528" y="0"/>
                  <a:pt x="86041" y="0"/>
                </a:cubicBezTo>
                <a:cubicBezTo>
                  <a:pt x="38554" y="0"/>
                  <a:pt x="0" y="38554"/>
                  <a:pt x="0" y="86041"/>
                </a:cubicBezTo>
                <a:cubicBezTo>
                  <a:pt x="0" y="133528"/>
                  <a:pt x="38554" y="172082"/>
                  <a:pt x="86041" y="172082"/>
                </a:cubicBezTo>
                <a:close/>
                <a:moveTo>
                  <a:pt x="55591" y="108190"/>
                </a:moveTo>
                <a:cubicBezTo>
                  <a:pt x="62447" y="117600"/>
                  <a:pt x="73538" y="123684"/>
                  <a:pt x="86041" y="123684"/>
                </a:cubicBezTo>
                <a:cubicBezTo>
                  <a:pt x="98544" y="123684"/>
                  <a:pt x="109635" y="117600"/>
                  <a:pt x="116491" y="108190"/>
                </a:cubicBezTo>
                <a:cubicBezTo>
                  <a:pt x="119113" y="104594"/>
                  <a:pt x="124154" y="103787"/>
                  <a:pt x="127751" y="106408"/>
                </a:cubicBezTo>
                <a:cubicBezTo>
                  <a:pt x="131347" y="109030"/>
                  <a:pt x="132153" y="114071"/>
                  <a:pt x="129532" y="117668"/>
                </a:cubicBezTo>
                <a:cubicBezTo>
                  <a:pt x="119751" y="131078"/>
                  <a:pt x="103921" y="139817"/>
                  <a:pt x="86041" y="139817"/>
                </a:cubicBezTo>
                <a:cubicBezTo>
                  <a:pt x="68161" y="139817"/>
                  <a:pt x="52330" y="131078"/>
                  <a:pt x="42550" y="117668"/>
                </a:cubicBezTo>
                <a:cubicBezTo>
                  <a:pt x="39928" y="114071"/>
                  <a:pt x="40735" y="109030"/>
                  <a:pt x="44331" y="106408"/>
                </a:cubicBezTo>
                <a:cubicBezTo>
                  <a:pt x="47927" y="103787"/>
                  <a:pt x="52969" y="104594"/>
                  <a:pt x="55591" y="108190"/>
                </a:cubicBezTo>
                <a:close/>
                <a:moveTo>
                  <a:pt x="48398" y="69908"/>
                </a:moveTo>
                <a:cubicBezTo>
                  <a:pt x="48398" y="63972"/>
                  <a:pt x="53217" y="59153"/>
                  <a:pt x="59153" y="59153"/>
                </a:cubicBezTo>
                <a:cubicBezTo>
                  <a:pt x="65089" y="59153"/>
                  <a:pt x="69908" y="63972"/>
                  <a:pt x="69908" y="69908"/>
                </a:cubicBezTo>
                <a:cubicBezTo>
                  <a:pt x="69908" y="75844"/>
                  <a:pt x="65089" y="80663"/>
                  <a:pt x="59153" y="80663"/>
                </a:cubicBezTo>
                <a:cubicBezTo>
                  <a:pt x="53217" y="80663"/>
                  <a:pt x="48398" y="75844"/>
                  <a:pt x="48398" y="69908"/>
                </a:cubicBezTo>
                <a:close/>
                <a:moveTo>
                  <a:pt x="112929" y="59153"/>
                </a:moveTo>
                <a:cubicBezTo>
                  <a:pt x="118865" y="59153"/>
                  <a:pt x="123684" y="63972"/>
                  <a:pt x="123684" y="69908"/>
                </a:cubicBezTo>
                <a:cubicBezTo>
                  <a:pt x="123684" y="75844"/>
                  <a:pt x="118865" y="80663"/>
                  <a:pt x="112929" y="80663"/>
                </a:cubicBezTo>
                <a:cubicBezTo>
                  <a:pt x="106993" y="80663"/>
                  <a:pt x="102174" y="75844"/>
                  <a:pt x="102174" y="69908"/>
                </a:cubicBezTo>
                <a:cubicBezTo>
                  <a:pt x="102174" y="63972"/>
                  <a:pt x="106993" y="59153"/>
                  <a:pt x="112929" y="5915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23129" y="2209532"/>
            <a:ext cx="3458845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Daily Check-ins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3129" y="2519279"/>
            <a:ext cx="3441637" cy="3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48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Record mood, energy, sleep, anxiety levels, activities, and personal notes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27729" y="1517762"/>
            <a:ext cx="3732456" cy="1572828"/>
          </a:xfrm>
          <a:custGeom>
            <a:avLst/>
            <a:gdLst/>
            <a:ahLst/>
            <a:cxnLst/>
            <a:rect l="l" t="t" r="r" b="b"/>
            <a:pathLst>
              <a:path w="3732456" h="1572828">
                <a:moveTo>
                  <a:pt x="137670" y="0"/>
                </a:moveTo>
                <a:lnTo>
                  <a:pt x="3594786" y="0"/>
                </a:lnTo>
                <a:cubicBezTo>
                  <a:pt x="3670768" y="0"/>
                  <a:pt x="3732456" y="61688"/>
                  <a:pt x="3732456" y="137670"/>
                </a:cubicBezTo>
                <a:lnTo>
                  <a:pt x="3732456" y="1435159"/>
                </a:lnTo>
                <a:cubicBezTo>
                  <a:pt x="3732456" y="1511141"/>
                  <a:pt x="3670768" y="1572828"/>
                  <a:pt x="3594786" y="1572828"/>
                </a:cubicBezTo>
                <a:lnTo>
                  <a:pt x="137670" y="1572828"/>
                </a:lnTo>
                <a:cubicBezTo>
                  <a:pt x="61688" y="1572828"/>
                  <a:pt x="0" y="1511141"/>
                  <a:pt x="0" y="1435159"/>
                </a:cubicBezTo>
                <a:lnTo>
                  <a:pt x="0" y="137670"/>
                </a:lnTo>
                <a:cubicBezTo>
                  <a:pt x="0" y="61688"/>
                  <a:pt x="61688" y="0"/>
                  <a:pt x="137670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5000"/>
                </a:srgbClr>
              </a:gs>
              <a:gs pos="100000">
                <a:srgbClr val="10B981">
                  <a:alpha val="10000"/>
                </a:srgbClr>
              </a:gs>
            </a:gsLst>
            <a:lin ang="2700000" scaled="1"/>
          </a:gradFill>
          <a:ln w="10160">
            <a:solidFill>
              <a:srgbClr val="10B981">
                <a:alpha val="1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3252" y="1693285"/>
            <a:ext cx="412996" cy="412996"/>
          </a:xfrm>
          <a:custGeom>
            <a:avLst/>
            <a:gdLst/>
            <a:ahLst/>
            <a:cxnLst/>
            <a:rect l="l" t="t" r="r" b="b"/>
            <a:pathLst>
              <a:path w="412996" h="412996">
                <a:moveTo>
                  <a:pt x="103249" y="0"/>
                </a:moveTo>
                <a:lnTo>
                  <a:pt x="309747" y="0"/>
                </a:lnTo>
                <a:cubicBezTo>
                  <a:pt x="366770" y="0"/>
                  <a:pt x="412996" y="46226"/>
                  <a:pt x="412996" y="103249"/>
                </a:cubicBezTo>
                <a:lnTo>
                  <a:pt x="412996" y="309747"/>
                </a:lnTo>
                <a:cubicBezTo>
                  <a:pt x="412996" y="366770"/>
                  <a:pt x="366770" y="412996"/>
                  <a:pt x="309747" y="412996"/>
                </a:cubicBezTo>
                <a:lnTo>
                  <a:pt x="103249" y="412996"/>
                </a:lnTo>
                <a:cubicBezTo>
                  <a:pt x="46226" y="412996"/>
                  <a:pt x="0" y="366770"/>
                  <a:pt x="0" y="309747"/>
                </a:cubicBezTo>
                <a:lnTo>
                  <a:pt x="0" y="103249"/>
                </a:lnTo>
                <a:cubicBezTo>
                  <a:pt x="0" y="46226"/>
                  <a:pt x="46226" y="0"/>
                  <a:pt x="103249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3710" y="1813743"/>
            <a:ext cx="172082" cy="172082"/>
          </a:xfrm>
          <a:custGeom>
            <a:avLst/>
            <a:gdLst/>
            <a:ahLst/>
            <a:cxnLst/>
            <a:rect l="l" t="t" r="r" b="b"/>
            <a:pathLst>
              <a:path w="172082" h="172082">
                <a:moveTo>
                  <a:pt x="86041" y="47491"/>
                </a:moveTo>
                <a:lnTo>
                  <a:pt x="86041" y="151445"/>
                </a:lnTo>
                <a:lnTo>
                  <a:pt x="86209" y="151378"/>
                </a:lnTo>
                <a:cubicBezTo>
                  <a:pt x="104560" y="143749"/>
                  <a:pt x="124255" y="139817"/>
                  <a:pt x="144119" y="139817"/>
                </a:cubicBezTo>
                <a:lnTo>
                  <a:pt x="150572" y="139817"/>
                </a:lnTo>
                <a:lnTo>
                  <a:pt x="150572" y="32265"/>
                </a:lnTo>
                <a:lnTo>
                  <a:pt x="144119" y="32265"/>
                </a:lnTo>
                <a:cubicBezTo>
                  <a:pt x="129935" y="32265"/>
                  <a:pt x="115853" y="35089"/>
                  <a:pt x="102745" y="40533"/>
                </a:cubicBezTo>
                <a:cubicBezTo>
                  <a:pt x="97099" y="42886"/>
                  <a:pt x="91519" y="45205"/>
                  <a:pt x="86041" y="47491"/>
                </a:cubicBezTo>
                <a:close/>
                <a:moveTo>
                  <a:pt x="77605" y="20670"/>
                </a:moveTo>
                <a:lnTo>
                  <a:pt x="86041" y="24199"/>
                </a:lnTo>
                <a:lnTo>
                  <a:pt x="94477" y="20670"/>
                </a:lnTo>
                <a:cubicBezTo>
                  <a:pt x="110206" y="14116"/>
                  <a:pt x="127078" y="10755"/>
                  <a:pt x="144119" y="10755"/>
                </a:cubicBezTo>
                <a:lnTo>
                  <a:pt x="155949" y="10755"/>
                </a:lnTo>
                <a:cubicBezTo>
                  <a:pt x="164856" y="10755"/>
                  <a:pt x="172082" y="17981"/>
                  <a:pt x="172082" y="26888"/>
                </a:cubicBezTo>
                <a:lnTo>
                  <a:pt x="172082" y="145194"/>
                </a:lnTo>
                <a:cubicBezTo>
                  <a:pt x="172082" y="154101"/>
                  <a:pt x="164856" y="161327"/>
                  <a:pt x="155949" y="161327"/>
                </a:cubicBezTo>
                <a:lnTo>
                  <a:pt x="144119" y="161327"/>
                </a:lnTo>
                <a:cubicBezTo>
                  <a:pt x="127078" y="161327"/>
                  <a:pt x="110206" y="164688"/>
                  <a:pt x="94477" y="171242"/>
                </a:cubicBezTo>
                <a:lnTo>
                  <a:pt x="90175" y="173023"/>
                </a:lnTo>
                <a:cubicBezTo>
                  <a:pt x="87520" y="174132"/>
                  <a:pt x="84562" y="174132"/>
                  <a:pt x="81907" y="173023"/>
                </a:cubicBezTo>
                <a:lnTo>
                  <a:pt x="77605" y="171242"/>
                </a:lnTo>
                <a:cubicBezTo>
                  <a:pt x="61876" y="164688"/>
                  <a:pt x="45003" y="161327"/>
                  <a:pt x="27963" y="161327"/>
                </a:cubicBezTo>
                <a:lnTo>
                  <a:pt x="16133" y="161327"/>
                </a:lnTo>
                <a:cubicBezTo>
                  <a:pt x="7226" y="161327"/>
                  <a:pt x="0" y="154101"/>
                  <a:pt x="0" y="145194"/>
                </a:cubicBezTo>
                <a:lnTo>
                  <a:pt x="0" y="26888"/>
                </a:lnTo>
                <a:cubicBezTo>
                  <a:pt x="0" y="17981"/>
                  <a:pt x="7226" y="10755"/>
                  <a:pt x="16133" y="10755"/>
                </a:cubicBezTo>
                <a:lnTo>
                  <a:pt x="27963" y="10755"/>
                </a:lnTo>
                <a:cubicBezTo>
                  <a:pt x="45003" y="10755"/>
                  <a:pt x="61876" y="14116"/>
                  <a:pt x="77605" y="2067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403252" y="2209532"/>
            <a:ext cx="3458845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Reflective Journaling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03252" y="2519279"/>
            <a:ext cx="3441637" cy="3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48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Capture thoughts over time and build a searchable personal history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07852" y="1517762"/>
            <a:ext cx="3732456" cy="1572828"/>
          </a:xfrm>
          <a:custGeom>
            <a:avLst/>
            <a:gdLst/>
            <a:ahLst/>
            <a:cxnLst/>
            <a:rect l="l" t="t" r="r" b="b"/>
            <a:pathLst>
              <a:path w="3732456" h="1572828">
                <a:moveTo>
                  <a:pt x="137670" y="0"/>
                </a:moveTo>
                <a:lnTo>
                  <a:pt x="3594786" y="0"/>
                </a:lnTo>
                <a:cubicBezTo>
                  <a:pt x="3670768" y="0"/>
                  <a:pt x="3732456" y="61688"/>
                  <a:pt x="3732456" y="137670"/>
                </a:cubicBezTo>
                <a:lnTo>
                  <a:pt x="3732456" y="1435159"/>
                </a:lnTo>
                <a:cubicBezTo>
                  <a:pt x="3732456" y="1511141"/>
                  <a:pt x="3670768" y="1572828"/>
                  <a:pt x="3594786" y="1572828"/>
                </a:cubicBezTo>
                <a:lnTo>
                  <a:pt x="137670" y="1572828"/>
                </a:lnTo>
                <a:cubicBezTo>
                  <a:pt x="61688" y="1572828"/>
                  <a:pt x="0" y="1511141"/>
                  <a:pt x="0" y="1435159"/>
                </a:cubicBezTo>
                <a:lnTo>
                  <a:pt x="0" y="137670"/>
                </a:lnTo>
                <a:cubicBezTo>
                  <a:pt x="0" y="61688"/>
                  <a:pt x="61688" y="0"/>
                  <a:pt x="137670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5000"/>
                </a:srgbClr>
              </a:gs>
              <a:gs pos="100000">
                <a:srgbClr val="F59E0B">
                  <a:alpha val="10000"/>
                </a:srgbClr>
              </a:gs>
            </a:gsLst>
            <a:lin ang="2700000" scaled="1"/>
          </a:gradFill>
          <a:ln w="10160">
            <a:solidFill>
              <a:srgbClr val="F59E0B">
                <a:alpha val="1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83376" y="1693285"/>
            <a:ext cx="412996" cy="412996"/>
          </a:xfrm>
          <a:custGeom>
            <a:avLst/>
            <a:gdLst/>
            <a:ahLst/>
            <a:cxnLst/>
            <a:rect l="l" t="t" r="r" b="b"/>
            <a:pathLst>
              <a:path w="412996" h="412996">
                <a:moveTo>
                  <a:pt x="103249" y="0"/>
                </a:moveTo>
                <a:lnTo>
                  <a:pt x="309747" y="0"/>
                </a:lnTo>
                <a:cubicBezTo>
                  <a:pt x="366770" y="0"/>
                  <a:pt x="412996" y="46226"/>
                  <a:pt x="412996" y="103249"/>
                </a:cubicBezTo>
                <a:lnTo>
                  <a:pt x="412996" y="309747"/>
                </a:lnTo>
                <a:cubicBezTo>
                  <a:pt x="412996" y="366770"/>
                  <a:pt x="366770" y="412996"/>
                  <a:pt x="309747" y="412996"/>
                </a:cubicBezTo>
                <a:lnTo>
                  <a:pt x="103249" y="412996"/>
                </a:lnTo>
                <a:cubicBezTo>
                  <a:pt x="46226" y="412996"/>
                  <a:pt x="0" y="366770"/>
                  <a:pt x="0" y="309747"/>
                </a:cubicBezTo>
                <a:lnTo>
                  <a:pt x="0" y="103249"/>
                </a:lnTo>
                <a:cubicBezTo>
                  <a:pt x="0" y="46226"/>
                  <a:pt x="46226" y="0"/>
                  <a:pt x="103249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8403833" y="1813743"/>
            <a:ext cx="172082" cy="172082"/>
          </a:xfrm>
          <a:custGeom>
            <a:avLst/>
            <a:gdLst/>
            <a:ahLst/>
            <a:cxnLst/>
            <a:rect l="l" t="t" r="r" b="b"/>
            <a:pathLst>
              <a:path w="172082" h="172082">
                <a:moveTo>
                  <a:pt x="21510" y="21510"/>
                </a:moveTo>
                <a:cubicBezTo>
                  <a:pt x="21510" y="15561"/>
                  <a:pt x="16704" y="10755"/>
                  <a:pt x="10755" y="10755"/>
                </a:cubicBezTo>
                <a:cubicBezTo>
                  <a:pt x="4806" y="10755"/>
                  <a:pt x="0" y="15561"/>
                  <a:pt x="0" y="21510"/>
                </a:cubicBezTo>
                <a:lnTo>
                  <a:pt x="0" y="134439"/>
                </a:lnTo>
                <a:cubicBezTo>
                  <a:pt x="0" y="149294"/>
                  <a:pt x="12032" y="161327"/>
                  <a:pt x="26888" y="161327"/>
                </a:cubicBezTo>
                <a:lnTo>
                  <a:pt x="161327" y="161327"/>
                </a:lnTo>
                <a:cubicBezTo>
                  <a:pt x="167276" y="161327"/>
                  <a:pt x="172082" y="156521"/>
                  <a:pt x="172082" y="150572"/>
                </a:cubicBezTo>
                <a:cubicBezTo>
                  <a:pt x="172082" y="144623"/>
                  <a:pt x="167276" y="139817"/>
                  <a:pt x="161327" y="139817"/>
                </a:cubicBezTo>
                <a:lnTo>
                  <a:pt x="26888" y="139817"/>
                </a:lnTo>
                <a:cubicBezTo>
                  <a:pt x="23930" y="139817"/>
                  <a:pt x="21510" y="137397"/>
                  <a:pt x="21510" y="134439"/>
                </a:cubicBezTo>
                <a:lnTo>
                  <a:pt x="21510" y="21510"/>
                </a:lnTo>
                <a:close/>
                <a:moveTo>
                  <a:pt x="158167" y="50616"/>
                </a:moveTo>
                <a:cubicBezTo>
                  <a:pt x="162369" y="46415"/>
                  <a:pt x="162369" y="39592"/>
                  <a:pt x="158167" y="35391"/>
                </a:cubicBezTo>
                <a:cubicBezTo>
                  <a:pt x="153966" y="31190"/>
                  <a:pt x="147143" y="31190"/>
                  <a:pt x="142942" y="35391"/>
                </a:cubicBezTo>
                <a:lnTo>
                  <a:pt x="107551" y="70816"/>
                </a:lnTo>
                <a:lnTo>
                  <a:pt x="88259" y="51557"/>
                </a:lnTo>
                <a:cubicBezTo>
                  <a:pt x="84058" y="47356"/>
                  <a:pt x="77235" y="47356"/>
                  <a:pt x="73034" y="51557"/>
                </a:cubicBezTo>
                <a:lnTo>
                  <a:pt x="40769" y="83823"/>
                </a:lnTo>
                <a:cubicBezTo>
                  <a:pt x="36567" y="88024"/>
                  <a:pt x="36567" y="94847"/>
                  <a:pt x="40769" y="99048"/>
                </a:cubicBezTo>
                <a:cubicBezTo>
                  <a:pt x="44970" y="103249"/>
                  <a:pt x="51793" y="103249"/>
                  <a:pt x="55994" y="99048"/>
                </a:cubicBezTo>
                <a:lnTo>
                  <a:pt x="80663" y="74378"/>
                </a:lnTo>
                <a:lnTo>
                  <a:pt x="99955" y="93670"/>
                </a:lnTo>
                <a:cubicBezTo>
                  <a:pt x="104157" y="97872"/>
                  <a:pt x="110979" y="97872"/>
                  <a:pt x="115181" y="93670"/>
                </a:cubicBezTo>
                <a:lnTo>
                  <a:pt x="158201" y="506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283376" y="2209532"/>
            <a:ext cx="3458845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Trend Discovery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83376" y="2519279"/>
            <a:ext cx="3441637" cy="3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48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insights with averages, streaks, mood distribution, and patterns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47605" y="3230837"/>
            <a:ext cx="3732456" cy="1572828"/>
          </a:xfrm>
          <a:custGeom>
            <a:avLst/>
            <a:gdLst/>
            <a:ahLst/>
            <a:cxnLst/>
            <a:rect l="l" t="t" r="r" b="b"/>
            <a:pathLst>
              <a:path w="3732456" h="1572828">
                <a:moveTo>
                  <a:pt x="137670" y="0"/>
                </a:moveTo>
                <a:lnTo>
                  <a:pt x="3594786" y="0"/>
                </a:lnTo>
                <a:cubicBezTo>
                  <a:pt x="3670768" y="0"/>
                  <a:pt x="3732456" y="61688"/>
                  <a:pt x="3732456" y="137670"/>
                </a:cubicBezTo>
                <a:lnTo>
                  <a:pt x="3732456" y="1435159"/>
                </a:lnTo>
                <a:cubicBezTo>
                  <a:pt x="3732456" y="1511141"/>
                  <a:pt x="3670768" y="1572828"/>
                  <a:pt x="3594786" y="1572828"/>
                </a:cubicBezTo>
                <a:lnTo>
                  <a:pt x="137670" y="1572828"/>
                </a:lnTo>
                <a:cubicBezTo>
                  <a:pt x="61688" y="1572828"/>
                  <a:pt x="0" y="1511141"/>
                  <a:pt x="0" y="1435159"/>
                </a:cubicBezTo>
                <a:lnTo>
                  <a:pt x="0" y="137670"/>
                </a:lnTo>
                <a:cubicBezTo>
                  <a:pt x="0" y="61688"/>
                  <a:pt x="61688" y="0"/>
                  <a:pt x="137670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5000"/>
                </a:srgbClr>
              </a:gs>
              <a:gs pos="100000">
                <a:srgbClr val="6366F1">
                  <a:alpha val="10000"/>
                </a:srgbClr>
              </a:gs>
            </a:gsLst>
            <a:lin ang="2700000" scaled="1"/>
          </a:gradFill>
          <a:ln w="10160">
            <a:solidFill>
              <a:srgbClr val="6366F1">
                <a:alpha val="1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3129" y="3406361"/>
            <a:ext cx="412996" cy="412996"/>
          </a:xfrm>
          <a:custGeom>
            <a:avLst/>
            <a:gdLst/>
            <a:ahLst/>
            <a:cxnLst/>
            <a:rect l="l" t="t" r="r" b="b"/>
            <a:pathLst>
              <a:path w="412996" h="412996">
                <a:moveTo>
                  <a:pt x="103249" y="0"/>
                </a:moveTo>
                <a:lnTo>
                  <a:pt x="309747" y="0"/>
                </a:lnTo>
                <a:cubicBezTo>
                  <a:pt x="366770" y="0"/>
                  <a:pt x="412996" y="46226"/>
                  <a:pt x="412996" y="103249"/>
                </a:cubicBezTo>
                <a:lnTo>
                  <a:pt x="412996" y="309747"/>
                </a:lnTo>
                <a:cubicBezTo>
                  <a:pt x="412996" y="366770"/>
                  <a:pt x="366770" y="412996"/>
                  <a:pt x="309747" y="412996"/>
                </a:cubicBezTo>
                <a:lnTo>
                  <a:pt x="103249" y="412996"/>
                </a:lnTo>
                <a:cubicBezTo>
                  <a:pt x="46226" y="412996"/>
                  <a:pt x="0" y="366770"/>
                  <a:pt x="0" y="309747"/>
                </a:cubicBezTo>
                <a:lnTo>
                  <a:pt x="0" y="103249"/>
                </a:lnTo>
                <a:cubicBezTo>
                  <a:pt x="0" y="46226"/>
                  <a:pt x="46226" y="0"/>
                  <a:pt x="103249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Shape 20"/>
          <p:cNvSpPr/>
          <p:nvPr/>
        </p:nvSpPr>
        <p:spPr>
          <a:xfrm>
            <a:off x="622076" y="3526818"/>
            <a:ext cx="215102" cy="172082"/>
          </a:xfrm>
          <a:custGeom>
            <a:avLst/>
            <a:gdLst/>
            <a:ahLst/>
            <a:cxnLst/>
            <a:rect l="l" t="t" r="r" b="b"/>
            <a:pathLst>
              <a:path w="215102" h="172082">
                <a:moveTo>
                  <a:pt x="118306" y="0"/>
                </a:moveTo>
                <a:cubicBezTo>
                  <a:pt x="118306" y="-5949"/>
                  <a:pt x="113500" y="-10755"/>
                  <a:pt x="107551" y="-10755"/>
                </a:cubicBezTo>
                <a:cubicBezTo>
                  <a:pt x="101602" y="-10755"/>
                  <a:pt x="96796" y="-5949"/>
                  <a:pt x="96796" y="0"/>
                </a:cubicBezTo>
                <a:lnTo>
                  <a:pt x="96796" y="21510"/>
                </a:lnTo>
                <a:lnTo>
                  <a:pt x="64531" y="21510"/>
                </a:lnTo>
                <a:cubicBezTo>
                  <a:pt x="46718" y="21510"/>
                  <a:pt x="32265" y="35962"/>
                  <a:pt x="32265" y="53776"/>
                </a:cubicBezTo>
                <a:lnTo>
                  <a:pt x="32265" y="129061"/>
                </a:lnTo>
                <a:cubicBezTo>
                  <a:pt x="32265" y="146875"/>
                  <a:pt x="46718" y="161327"/>
                  <a:pt x="64531" y="161327"/>
                </a:cubicBezTo>
                <a:lnTo>
                  <a:pt x="150572" y="161327"/>
                </a:lnTo>
                <a:cubicBezTo>
                  <a:pt x="168385" y="161327"/>
                  <a:pt x="182837" y="146875"/>
                  <a:pt x="182837" y="129061"/>
                </a:cubicBezTo>
                <a:lnTo>
                  <a:pt x="182837" y="53776"/>
                </a:lnTo>
                <a:cubicBezTo>
                  <a:pt x="182837" y="35962"/>
                  <a:pt x="168385" y="21510"/>
                  <a:pt x="150572" y="21510"/>
                </a:cubicBezTo>
                <a:lnTo>
                  <a:pt x="118306" y="21510"/>
                </a:lnTo>
                <a:lnTo>
                  <a:pt x="118306" y="0"/>
                </a:lnTo>
                <a:close/>
                <a:moveTo>
                  <a:pt x="53776" y="123684"/>
                </a:moveTo>
                <a:cubicBezTo>
                  <a:pt x="53776" y="119214"/>
                  <a:pt x="57372" y="115618"/>
                  <a:pt x="61842" y="115618"/>
                </a:cubicBezTo>
                <a:lnTo>
                  <a:pt x="72597" y="115618"/>
                </a:lnTo>
                <a:cubicBezTo>
                  <a:pt x="77067" y="115618"/>
                  <a:pt x="80663" y="119214"/>
                  <a:pt x="80663" y="123684"/>
                </a:cubicBezTo>
                <a:cubicBezTo>
                  <a:pt x="80663" y="128154"/>
                  <a:pt x="77067" y="131750"/>
                  <a:pt x="72597" y="131750"/>
                </a:cubicBezTo>
                <a:lnTo>
                  <a:pt x="61842" y="131750"/>
                </a:lnTo>
                <a:cubicBezTo>
                  <a:pt x="57372" y="131750"/>
                  <a:pt x="53776" y="128154"/>
                  <a:pt x="53776" y="123684"/>
                </a:cubicBezTo>
                <a:close/>
                <a:moveTo>
                  <a:pt x="94107" y="123684"/>
                </a:moveTo>
                <a:cubicBezTo>
                  <a:pt x="94107" y="119214"/>
                  <a:pt x="97704" y="115618"/>
                  <a:pt x="102174" y="115618"/>
                </a:cubicBezTo>
                <a:lnTo>
                  <a:pt x="112929" y="115618"/>
                </a:lnTo>
                <a:cubicBezTo>
                  <a:pt x="117399" y="115618"/>
                  <a:pt x="120995" y="119214"/>
                  <a:pt x="120995" y="123684"/>
                </a:cubicBezTo>
                <a:cubicBezTo>
                  <a:pt x="120995" y="128154"/>
                  <a:pt x="117399" y="131750"/>
                  <a:pt x="112929" y="131750"/>
                </a:cubicBezTo>
                <a:lnTo>
                  <a:pt x="102174" y="131750"/>
                </a:lnTo>
                <a:cubicBezTo>
                  <a:pt x="97704" y="131750"/>
                  <a:pt x="94107" y="128154"/>
                  <a:pt x="94107" y="123684"/>
                </a:cubicBezTo>
                <a:close/>
                <a:moveTo>
                  <a:pt x="134439" y="123684"/>
                </a:moveTo>
                <a:cubicBezTo>
                  <a:pt x="134439" y="119214"/>
                  <a:pt x="138035" y="115618"/>
                  <a:pt x="142505" y="115618"/>
                </a:cubicBezTo>
                <a:lnTo>
                  <a:pt x="153260" y="115618"/>
                </a:lnTo>
                <a:cubicBezTo>
                  <a:pt x="157731" y="115618"/>
                  <a:pt x="161327" y="119214"/>
                  <a:pt x="161327" y="123684"/>
                </a:cubicBezTo>
                <a:cubicBezTo>
                  <a:pt x="161327" y="128154"/>
                  <a:pt x="157731" y="131750"/>
                  <a:pt x="153260" y="131750"/>
                </a:cubicBezTo>
                <a:lnTo>
                  <a:pt x="142505" y="131750"/>
                </a:lnTo>
                <a:cubicBezTo>
                  <a:pt x="138035" y="131750"/>
                  <a:pt x="134439" y="128154"/>
                  <a:pt x="134439" y="123684"/>
                </a:cubicBezTo>
                <a:close/>
                <a:moveTo>
                  <a:pt x="75286" y="59153"/>
                </a:moveTo>
                <a:cubicBezTo>
                  <a:pt x="84190" y="59153"/>
                  <a:pt x="91418" y="66382"/>
                  <a:pt x="91418" y="75286"/>
                </a:cubicBezTo>
                <a:cubicBezTo>
                  <a:pt x="91418" y="84190"/>
                  <a:pt x="84190" y="91418"/>
                  <a:pt x="75286" y="91418"/>
                </a:cubicBezTo>
                <a:cubicBezTo>
                  <a:pt x="66382" y="91418"/>
                  <a:pt x="59153" y="84190"/>
                  <a:pt x="59153" y="75286"/>
                </a:cubicBezTo>
                <a:cubicBezTo>
                  <a:pt x="59153" y="66382"/>
                  <a:pt x="66382" y="59153"/>
                  <a:pt x="75286" y="59153"/>
                </a:cubicBezTo>
                <a:close/>
                <a:moveTo>
                  <a:pt x="123684" y="75286"/>
                </a:moveTo>
                <a:cubicBezTo>
                  <a:pt x="123684" y="66382"/>
                  <a:pt x="130913" y="59153"/>
                  <a:pt x="139817" y="59153"/>
                </a:cubicBezTo>
                <a:cubicBezTo>
                  <a:pt x="148720" y="59153"/>
                  <a:pt x="155949" y="66382"/>
                  <a:pt x="155949" y="75286"/>
                </a:cubicBezTo>
                <a:cubicBezTo>
                  <a:pt x="155949" y="84190"/>
                  <a:pt x="148720" y="91418"/>
                  <a:pt x="139817" y="91418"/>
                </a:cubicBezTo>
                <a:cubicBezTo>
                  <a:pt x="130913" y="91418"/>
                  <a:pt x="123684" y="84190"/>
                  <a:pt x="123684" y="75286"/>
                </a:cubicBezTo>
                <a:close/>
                <a:moveTo>
                  <a:pt x="21510" y="75286"/>
                </a:moveTo>
                <a:cubicBezTo>
                  <a:pt x="21510" y="69337"/>
                  <a:pt x="16704" y="64531"/>
                  <a:pt x="10755" y="64531"/>
                </a:cubicBezTo>
                <a:cubicBezTo>
                  <a:pt x="4806" y="64531"/>
                  <a:pt x="0" y="69337"/>
                  <a:pt x="0" y="75286"/>
                </a:cubicBezTo>
                <a:lnTo>
                  <a:pt x="0" y="107551"/>
                </a:lnTo>
                <a:cubicBezTo>
                  <a:pt x="0" y="113500"/>
                  <a:pt x="4806" y="118306"/>
                  <a:pt x="10755" y="118306"/>
                </a:cubicBezTo>
                <a:cubicBezTo>
                  <a:pt x="16704" y="118306"/>
                  <a:pt x="21510" y="113500"/>
                  <a:pt x="21510" y="107551"/>
                </a:cubicBezTo>
                <a:lnTo>
                  <a:pt x="21510" y="75286"/>
                </a:lnTo>
                <a:close/>
                <a:moveTo>
                  <a:pt x="204347" y="64531"/>
                </a:moveTo>
                <a:cubicBezTo>
                  <a:pt x="198398" y="64531"/>
                  <a:pt x="193592" y="69337"/>
                  <a:pt x="193592" y="75286"/>
                </a:cubicBezTo>
                <a:lnTo>
                  <a:pt x="193592" y="107551"/>
                </a:lnTo>
                <a:cubicBezTo>
                  <a:pt x="193592" y="113500"/>
                  <a:pt x="198398" y="118306"/>
                  <a:pt x="204347" y="118306"/>
                </a:cubicBezTo>
                <a:cubicBezTo>
                  <a:pt x="210296" y="118306"/>
                  <a:pt x="215102" y="113500"/>
                  <a:pt x="215102" y="107551"/>
                </a:cubicBezTo>
                <a:lnTo>
                  <a:pt x="215102" y="75286"/>
                </a:lnTo>
                <a:cubicBezTo>
                  <a:pt x="215102" y="69337"/>
                  <a:pt x="210296" y="64531"/>
                  <a:pt x="204347" y="645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23129" y="3922606"/>
            <a:ext cx="3458845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Coach Support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3129" y="4232354"/>
            <a:ext cx="3441637" cy="3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48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In-the-moment emotional support with conversation history and risk-aware responses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27729" y="3230837"/>
            <a:ext cx="3732456" cy="1572828"/>
          </a:xfrm>
          <a:custGeom>
            <a:avLst/>
            <a:gdLst/>
            <a:ahLst/>
            <a:cxnLst/>
            <a:rect l="l" t="t" r="r" b="b"/>
            <a:pathLst>
              <a:path w="3732456" h="1572828">
                <a:moveTo>
                  <a:pt x="137670" y="0"/>
                </a:moveTo>
                <a:lnTo>
                  <a:pt x="3594786" y="0"/>
                </a:lnTo>
                <a:cubicBezTo>
                  <a:pt x="3670768" y="0"/>
                  <a:pt x="3732456" y="61688"/>
                  <a:pt x="3732456" y="137670"/>
                </a:cubicBezTo>
                <a:lnTo>
                  <a:pt x="3732456" y="1435159"/>
                </a:lnTo>
                <a:cubicBezTo>
                  <a:pt x="3732456" y="1511141"/>
                  <a:pt x="3670768" y="1572828"/>
                  <a:pt x="3594786" y="1572828"/>
                </a:cubicBezTo>
                <a:lnTo>
                  <a:pt x="137670" y="1572828"/>
                </a:lnTo>
                <a:cubicBezTo>
                  <a:pt x="61688" y="1572828"/>
                  <a:pt x="0" y="1511141"/>
                  <a:pt x="0" y="1435159"/>
                </a:cubicBezTo>
                <a:lnTo>
                  <a:pt x="0" y="137670"/>
                </a:lnTo>
                <a:cubicBezTo>
                  <a:pt x="0" y="61688"/>
                  <a:pt x="61688" y="0"/>
                  <a:pt x="137670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5000"/>
                </a:srgbClr>
              </a:gs>
              <a:gs pos="100000">
                <a:srgbClr val="10B981">
                  <a:alpha val="10000"/>
                </a:srgbClr>
              </a:gs>
            </a:gsLst>
            <a:lin ang="2700000" scaled="1"/>
          </a:gradFill>
          <a:ln w="10160">
            <a:solidFill>
              <a:srgbClr val="10B981">
                <a:alpha val="1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03252" y="3406361"/>
            <a:ext cx="412996" cy="412996"/>
          </a:xfrm>
          <a:custGeom>
            <a:avLst/>
            <a:gdLst/>
            <a:ahLst/>
            <a:cxnLst/>
            <a:rect l="l" t="t" r="r" b="b"/>
            <a:pathLst>
              <a:path w="412996" h="412996">
                <a:moveTo>
                  <a:pt x="103249" y="0"/>
                </a:moveTo>
                <a:lnTo>
                  <a:pt x="309747" y="0"/>
                </a:lnTo>
                <a:cubicBezTo>
                  <a:pt x="366770" y="0"/>
                  <a:pt x="412996" y="46226"/>
                  <a:pt x="412996" y="103249"/>
                </a:cubicBezTo>
                <a:lnTo>
                  <a:pt x="412996" y="309747"/>
                </a:lnTo>
                <a:cubicBezTo>
                  <a:pt x="412996" y="366770"/>
                  <a:pt x="366770" y="412996"/>
                  <a:pt x="309747" y="412996"/>
                </a:cubicBezTo>
                <a:lnTo>
                  <a:pt x="103249" y="412996"/>
                </a:lnTo>
                <a:cubicBezTo>
                  <a:pt x="46226" y="412996"/>
                  <a:pt x="0" y="366770"/>
                  <a:pt x="0" y="309747"/>
                </a:cubicBezTo>
                <a:lnTo>
                  <a:pt x="0" y="103249"/>
                </a:lnTo>
                <a:cubicBezTo>
                  <a:pt x="0" y="46226"/>
                  <a:pt x="46226" y="0"/>
                  <a:pt x="103249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4512955" y="3526818"/>
            <a:ext cx="193592" cy="172082"/>
          </a:xfrm>
          <a:custGeom>
            <a:avLst/>
            <a:gdLst/>
            <a:ahLst/>
            <a:cxnLst/>
            <a:rect l="l" t="t" r="r" b="b"/>
            <a:pathLst>
              <a:path w="193592" h="172082">
                <a:moveTo>
                  <a:pt x="16133" y="65808"/>
                </a:moveTo>
                <a:lnTo>
                  <a:pt x="86444" y="94746"/>
                </a:lnTo>
                <a:cubicBezTo>
                  <a:pt x="89738" y="96090"/>
                  <a:pt x="93233" y="96796"/>
                  <a:pt x="96796" y="96796"/>
                </a:cubicBezTo>
                <a:cubicBezTo>
                  <a:pt x="100359" y="96796"/>
                  <a:pt x="103854" y="96090"/>
                  <a:pt x="107148" y="94746"/>
                </a:cubicBezTo>
                <a:lnTo>
                  <a:pt x="188618" y="61203"/>
                </a:lnTo>
                <a:cubicBezTo>
                  <a:pt x="191643" y="59960"/>
                  <a:pt x="193592" y="57036"/>
                  <a:pt x="193592" y="53776"/>
                </a:cubicBezTo>
                <a:cubicBezTo>
                  <a:pt x="193592" y="50515"/>
                  <a:pt x="191643" y="47591"/>
                  <a:pt x="188618" y="46348"/>
                </a:cubicBezTo>
                <a:lnTo>
                  <a:pt x="107148" y="12805"/>
                </a:lnTo>
                <a:cubicBezTo>
                  <a:pt x="103854" y="11461"/>
                  <a:pt x="100359" y="10755"/>
                  <a:pt x="96796" y="10755"/>
                </a:cubicBezTo>
                <a:cubicBezTo>
                  <a:pt x="93233" y="10755"/>
                  <a:pt x="89738" y="11461"/>
                  <a:pt x="86444" y="12805"/>
                </a:cubicBezTo>
                <a:lnTo>
                  <a:pt x="4974" y="46348"/>
                </a:lnTo>
                <a:cubicBezTo>
                  <a:pt x="1949" y="47591"/>
                  <a:pt x="0" y="50515"/>
                  <a:pt x="0" y="53776"/>
                </a:cubicBezTo>
                <a:lnTo>
                  <a:pt x="0" y="153260"/>
                </a:lnTo>
                <a:cubicBezTo>
                  <a:pt x="0" y="157731"/>
                  <a:pt x="3596" y="161327"/>
                  <a:pt x="8066" y="161327"/>
                </a:cubicBezTo>
                <a:cubicBezTo>
                  <a:pt x="12536" y="161327"/>
                  <a:pt x="16133" y="157731"/>
                  <a:pt x="16133" y="153260"/>
                </a:cubicBezTo>
                <a:lnTo>
                  <a:pt x="16133" y="65808"/>
                </a:lnTo>
                <a:close/>
                <a:moveTo>
                  <a:pt x="32265" y="89906"/>
                </a:moveTo>
                <a:lnTo>
                  <a:pt x="32265" y="129061"/>
                </a:lnTo>
                <a:cubicBezTo>
                  <a:pt x="32265" y="146875"/>
                  <a:pt x="61170" y="161327"/>
                  <a:pt x="96796" y="161327"/>
                </a:cubicBezTo>
                <a:cubicBezTo>
                  <a:pt x="132422" y="161327"/>
                  <a:pt x="161327" y="146875"/>
                  <a:pt x="161327" y="129061"/>
                </a:cubicBezTo>
                <a:lnTo>
                  <a:pt x="161327" y="89872"/>
                </a:lnTo>
                <a:lnTo>
                  <a:pt x="113298" y="109669"/>
                </a:lnTo>
                <a:cubicBezTo>
                  <a:pt x="108055" y="111820"/>
                  <a:pt x="102476" y="112929"/>
                  <a:pt x="96796" y="112929"/>
                </a:cubicBezTo>
                <a:cubicBezTo>
                  <a:pt x="91116" y="112929"/>
                  <a:pt x="85537" y="111820"/>
                  <a:pt x="80294" y="109669"/>
                </a:cubicBezTo>
                <a:lnTo>
                  <a:pt x="32265" y="8987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403252" y="3922606"/>
            <a:ext cx="3458845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Guided Programs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03252" y="4232354"/>
            <a:ext cx="3441637" cy="3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48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multi-day playbooks with lesson-by-lesson progress tracking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07852" y="3230837"/>
            <a:ext cx="3732456" cy="1572828"/>
          </a:xfrm>
          <a:custGeom>
            <a:avLst/>
            <a:gdLst/>
            <a:ahLst/>
            <a:cxnLst/>
            <a:rect l="l" t="t" r="r" b="b"/>
            <a:pathLst>
              <a:path w="3732456" h="1572828">
                <a:moveTo>
                  <a:pt x="137670" y="0"/>
                </a:moveTo>
                <a:lnTo>
                  <a:pt x="3594786" y="0"/>
                </a:lnTo>
                <a:cubicBezTo>
                  <a:pt x="3670768" y="0"/>
                  <a:pt x="3732456" y="61688"/>
                  <a:pt x="3732456" y="137670"/>
                </a:cubicBezTo>
                <a:lnTo>
                  <a:pt x="3732456" y="1435159"/>
                </a:lnTo>
                <a:cubicBezTo>
                  <a:pt x="3732456" y="1511141"/>
                  <a:pt x="3670768" y="1572828"/>
                  <a:pt x="3594786" y="1572828"/>
                </a:cubicBezTo>
                <a:lnTo>
                  <a:pt x="137670" y="1572828"/>
                </a:lnTo>
                <a:cubicBezTo>
                  <a:pt x="61688" y="1572828"/>
                  <a:pt x="0" y="1511141"/>
                  <a:pt x="0" y="1435159"/>
                </a:cubicBezTo>
                <a:lnTo>
                  <a:pt x="0" y="137670"/>
                </a:lnTo>
                <a:cubicBezTo>
                  <a:pt x="0" y="61688"/>
                  <a:pt x="61688" y="0"/>
                  <a:pt x="137670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5000"/>
                </a:srgbClr>
              </a:gs>
              <a:gs pos="100000">
                <a:srgbClr val="F59E0B">
                  <a:alpha val="10000"/>
                </a:srgbClr>
              </a:gs>
            </a:gsLst>
            <a:lin ang="2700000" scaled="1"/>
          </a:gradFill>
          <a:ln w="10160">
            <a:solidFill>
              <a:srgbClr val="F59E0B">
                <a:alpha val="1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83376" y="3406361"/>
            <a:ext cx="412996" cy="412996"/>
          </a:xfrm>
          <a:custGeom>
            <a:avLst/>
            <a:gdLst/>
            <a:ahLst/>
            <a:cxnLst/>
            <a:rect l="l" t="t" r="r" b="b"/>
            <a:pathLst>
              <a:path w="412996" h="412996">
                <a:moveTo>
                  <a:pt x="103249" y="0"/>
                </a:moveTo>
                <a:lnTo>
                  <a:pt x="309747" y="0"/>
                </a:lnTo>
                <a:cubicBezTo>
                  <a:pt x="366770" y="0"/>
                  <a:pt x="412996" y="46226"/>
                  <a:pt x="412996" y="103249"/>
                </a:cubicBezTo>
                <a:lnTo>
                  <a:pt x="412996" y="309747"/>
                </a:lnTo>
                <a:cubicBezTo>
                  <a:pt x="412996" y="366770"/>
                  <a:pt x="366770" y="412996"/>
                  <a:pt x="309747" y="412996"/>
                </a:cubicBezTo>
                <a:lnTo>
                  <a:pt x="103249" y="412996"/>
                </a:lnTo>
                <a:cubicBezTo>
                  <a:pt x="46226" y="412996"/>
                  <a:pt x="0" y="366770"/>
                  <a:pt x="0" y="309747"/>
                </a:cubicBezTo>
                <a:lnTo>
                  <a:pt x="0" y="103249"/>
                </a:lnTo>
                <a:cubicBezTo>
                  <a:pt x="0" y="46226"/>
                  <a:pt x="46226" y="0"/>
                  <a:pt x="103249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8382323" y="3526818"/>
            <a:ext cx="215102" cy="172082"/>
          </a:xfrm>
          <a:custGeom>
            <a:avLst/>
            <a:gdLst/>
            <a:ahLst/>
            <a:cxnLst/>
            <a:rect l="l" t="t" r="r" b="b"/>
            <a:pathLst>
              <a:path w="215102" h="172082">
                <a:moveTo>
                  <a:pt x="107551" y="5378"/>
                </a:moveTo>
                <a:cubicBezTo>
                  <a:pt x="126843" y="5378"/>
                  <a:pt x="142505" y="21040"/>
                  <a:pt x="142505" y="40332"/>
                </a:cubicBezTo>
                <a:cubicBezTo>
                  <a:pt x="142505" y="59623"/>
                  <a:pt x="126843" y="75286"/>
                  <a:pt x="107551" y="75286"/>
                </a:cubicBezTo>
                <a:cubicBezTo>
                  <a:pt x="88259" y="75286"/>
                  <a:pt x="72597" y="59623"/>
                  <a:pt x="72597" y="40332"/>
                </a:cubicBezTo>
                <a:cubicBezTo>
                  <a:pt x="72597" y="21040"/>
                  <a:pt x="88259" y="5378"/>
                  <a:pt x="107551" y="5378"/>
                </a:cubicBezTo>
                <a:close/>
                <a:moveTo>
                  <a:pt x="32265" y="29577"/>
                </a:moveTo>
                <a:cubicBezTo>
                  <a:pt x="45621" y="29577"/>
                  <a:pt x="56464" y="40420"/>
                  <a:pt x="56464" y="53776"/>
                </a:cubicBezTo>
                <a:cubicBezTo>
                  <a:pt x="56464" y="67131"/>
                  <a:pt x="45621" y="77975"/>
                  <a:pt x="32265" y="77975"/>
                </a:cubicBezTo>
                <a:cubicBezTo>
                  <a:pt x="18910" y="77975"/>
                  <a:pt x="8066" y="67131"/>
                  <a:pt x="8066" y="53776"/>
                </a:cubicBezTo>
                <a:cubicBezTo>
                  <a:pt x="8066" y="40420"/>
                  <a:pt x="18910" y="29577"/>
                  <a:pt x="32265" y="29577"/>
                </a:cubicBezTo>
                <a:close/>
                <a:moveTo>
                  <a:pt x="0" y="139817"/>
                </a:moveTo>
                <a:cubicBezTo>
                  <a:pt x="0" y="116054"/>
                  <a:pt x="19258" y="96796"/>
                  <a:pt x="43020" y="96796"/>
                </a:cubicBezTo>
                <a:cubicBezTo>
                  <a:pt x="47323" y="96796"/>
                  <a:pt x="51490" y="97435"/>
                  <a:pt x="55422" y="98611"/>
                </a:cubicBezTo>
                <a:cubicBezTo>
                  <a:pt x="44365" y="110979"/>
                  <a:pt x="37643" y="127314"/>
                  <a:pt x="37643" y="145194"/>
                </a:cubicBezTo>
                <a:lnTo>
                  <a:pt x="37643" y="150572"/>
                </a:lnTo>
                <a:cubicBezTo>
                  <a:pt x="37643" y="154403"/>
                  <a:pt x="38450" y="158033"/>
                  <a:pt x="39895" y="161327"/>
                </a:cubicBezTo>
                <a:lnTo>
                  <a:pt x="10755" y="161327"/>
                </a:lnTo>
                <a:cubicBezTo>
                  <a:pt x="4806" y="161327"/>
                  <a:pt x="0" y="156521"/>
                  <a:pt x="0" y="150572"/>
                </a:cubicBezTo>
                <a:lnTo>
                  <a:pt x="0" y="139817"/>
                </a:lnTo>
                <a:close/>
                <a:moveTo>
                  <a:pt x="175208" y="161327"/>
                </a:moveTo>
                <a:cubicBezTo>
                  <a:pt x="176653" y="158033"/>
                  <a:pt x="177459" y="154403"/>
                  <a:pt x="177459" y="150572"/>
                </a:cubicBezTo>
                <a:lnTo>
                  <a:pt x="177459" y="145194"/>
                </a:lnTo>
                <a:cubicBezTo>
                  <a:pt x="177459" y="127314"/>
                  <a:pt x="170737" y="110979"/>
                  <a:pt x="159680" y="98611"/>
                </a:cubicBezTo>
                <a:cubicBezTo>
                  <a:pt x="163612" y="97435"/>
                  <a:pt x="167780" y="96796"/>
                  <a:pt x="172082" y="96796"/>
                </a:cubicBezTo>
                <a:cubicBezTo>
                  <a:pt x="195844" y="96796"/>
                  <a:pt x="215102" y="116054"/>
                  <a:pt x="215102" y="139817"/>
                </a:cubicBezTo>
                <a:lnTo>
                  <a:pt x="215102" y="150572"/>
                </a:lnTo>
                <a:cubicBezTo>
                  <a:pt x="215102" y="156521"/>
                  <a:pt x="210296" y="161327"/>
                  <a:pt x="204347" y="161327"/>
                </a:cubicBezTo>
                <a:lnTo>
                  <a:pt x="175208" y="161327"/>
                </a:lnTo>
                <a:close/>
                <a:moveTo>
                  <a:pt x="158638" y="53776"/>
                </a:moveTo>
                <a:cubicBezTo>
                  <a:pt x="158638" y="40420"/>
                  <a:pt x="169481" y="29577"/>
                  <a:pt x="182837" y="29577"/>
                </a:cubicBezTo>
                <a:cubicBezTo>
                  <a:pt x="196193" y="29577"/>
                  <a:pt x="207036" y="40420"/>
                  <a:pt x="207036" y="53776"/>
                </a:cubicBezTo>
                <a:cubicBezTo>
                  <a:pt x="207036" y="67131"/>
                  <a:pt x="196193" y="77975"/>
                  <a:pt x="182837" y="77975"/>
                </a:cubicBezTo>
                <a:cubicBezTo>
                  <a:pt x="169481" y="77975"/>
                  <a:pt x="158638" y="67131"/>
                  <a:pt x="158638" y="53776"/>
                </a:cubicBezTo>
                <a:close/>
                <a:moveTo>
                  <a:pt x="53776" y="145194"/>
                </a:moveTo>
                <a:cubicBezTo>
                  <a:pt x="53776" y="115483"/>
                  <a:pt x="77840" y="91418"/>
                  <a:pt x="107551" y="91418"/>
                </a:cubicBezTo>
                <a:cubicBezTo>
                  <a:pt x="137262" y="91418"/>
                  <a:pt x="161327" y="115483"/>
                  <a:pt x="161327" y="145194"/>
                </a:cubicBezTo>
                <a:lnTo>
                  <a:pt x="161327" y="150572"/>
                </a:lnTo>
                <a:cubicBezTo>
                  <a:pt x="161327" y="156521"/>
                  <a:pt x="156521" y="161327"/>
                  <a:pt x="150572" y="161327"/>
                </a:cubicBezTo>
                <a:lnTo>
                  <a:pt x="64531" y="161327"/>
                </a:lnTo>
                <a:cubicBezTo>
                  <a:pt x="58582" y="161327"/>
                  <a:pt x="53776" y="156521"/>
                  <a:pt x="53776" y="150572"/>
                </a:cubicBezTo>
                <a:lnTo>
                  <a:pt x="53776" y="14519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8283376" y="3922606"/>
            <a:ext cx="3458845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Community Challenges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83376" y="4232354"/>
            <a:ext cx="3441637" cy="3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48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Browse, join, create challenges with leaderboard tracking and accountability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47605" y="4943913"/>
            <a:ext cx="3732456" cy="1572828"/>
          </a:xfrm>
          <a:custGeom>
            <a:avLst/>
            <a:gdLst/>
            <a:ahLst/>
            <a:cxnLst/>
            <a:rect l="l" t="t" r="r" b="b"/>
            <a:pathLst>
              <a:path w="3732456" h="1572828">
                <a:moveTo>
                  <a:pt x="137670" y="0"/>
                </a:moveTo>
                <a:lnTo>
                  <a:pt x="3594786" y="0"/>
                </a:lnTo>
                <a:cubicBezTo>
                  <a:pt x="3670768" y="0"/>
                  <a:pt x="3732456" y="61688"/>
                  <a:pt x="3732456" y="137670"/>
                </a:cubicBezTo>
                <a:lnTo>
                  <a:pt x="3732456" y="1435159"/>
                </a:lnTo>
                <a:cubicBezTo>
                  <a:pt x="3732456" y="1511141"/>
                  <a:pt x="3670768" y="1572828"/>
                  <a:pt x="3594786" y="1572828"/>
                </a:cubicBezTo>
                <a:lnTo>
                  <a:pt x="137670" y="1572828"/>
                </a:lnTo>
                <a:cubicBezTo>
                  <a:pt x="61688" y="1572828"/>
                  <a:pt x="0" y="1511141"/>
                  <a:pt x="0" y="1435159"/>
                </a:cubicBezTo>
                <a:lnTo>
                  <a:pt x="0" y="137670"/>
                </a:lnTo>
                <a:cubicBezTo>
                  <a:pt x="0" y="61688"/>
                  <a:pt x="61688" y="0"/>
                  <a:pt x="137670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5000"/>
                </a:srgbClr>
              </a:gs>
              <a:gs pos="100000">
                <a:srgbClr val="6366F1">
                  <a:alpha val="10000"/>
                </a:srgbClr>
              </a:gs>
            </a:gsLst>
            <a:lin ang="2700000" scaled="1"/>
          </a:gradFill>
          <a:ln w="10160">
            <a:solidFill>
              <a:srgbClr val="6366F1">
                <a:alpha val="1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3129" y="5119435"/>
            <a:ext cx="412996" cy="412996"/>
          </a:xfrm>
          <a:custGeom>
            <a:avLst/>
            <a:gdLst/>
            <a:ahLst/>
            <a:cxnLst/>
            <a:rect l="l" t="t" r="r" b="b"/>
            <a:pathLst>
              <a:path w="412996" h="412996">
                <a:moveTo>
                  <a:pt x="103249" y="0"/>
                </a:moveTo>
                <a:lnTo>
                  <a:pt x="309747" y="0"/>
                </a:lnTo>
                <a:cubicBezTo>
                  <a:pt x="366770" y="0"/>
                  <a:pt x="412996" y="46226"/>
                  <a:pt x="412996" y="103249"/>
                </a:cubicBezTo>
                <a:lnTo>
                  <a:pt x="412996" y="309747"/>
                </a:lnTo>
                <a:cubicBezTo>
                  <a:pt x="412996" y="366770"/>
                  <a:pt x="366770" y="412996"/>
                  <a:pt x="309747" y="412996"/>
                </a:cubicBezTo>
                <a:lnTo>
                  <a:pt x="103249" y="412996"/>
                </a:lnTo>
                <a:cubicBezTo>
                  <a:pt x="46226" y="412996"/>
                  <a:pt x="0" y="366770"/>
                  <a:pt x="0" y="309747"/>
                </a:cubicBezTo>
                <a:lnTo>
                  <a:pt x="0" y="103249"/>
                </a:lnTo>
                <a:cubicBezTo>
                  <a:pt x="0" y="46226"/>
                  <a:pt x="46226" y="0"/>
                  <a:pt x="103249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7" name="Shape 35"/>
          <p:cNvSpPr/>
          <p:nvPr/>
        </p:nvSpPr>
        <p:spPr>
          <a:xfrm>
            <a:off x="654341" y="5239893"/>
            <a:ext cx="150572" cy="172082"/>
          </a:xfrm>
          <a:custGeom>
            <a:avLst/>
            <a:gdLst/>
            <a:ahLst/>
            <a:cxnLst/>
            <a:rect l="l" t="t" r="r" b="b"/>
            <a:pathLst>
              <a:path w="150572" h="172082">
                <a:moveTo>
                  <a:pt x="75286" y="0"/>
                </a:moveTo>
                <a:cubicBezTo>
                  <a:pt x="69337" y="0"/>
                  <a:pt x="64531" y="4806"/>
                  <a:pt x="64531" y="10755"/>
                </a:cubicBezTo>
                <a:lnTo>
                  <a:pt x="64531" y="11831"/>
                </a:lnTo>
                <a:cubicBezTo>
                  <a:pt x="39996" y="16805"/>
                  <a:pt x="21510" y="38517"/>
                  <a:pt x="21510" y="64531"/>
                </a:cubicBezTo>
                <a:lnTo>
                  <a:pt x="21510" y="71824"/>
                </a:lnTo>
                <a:cubicBezTo>
                  <a:pt x="21510" y="87990"/>
                  <a:pt x="15998" y="103686"/>
                  <a:pt x="5915" y="116323"/>
                </a:cubicBezTo>
                <a:lnTo>
                  <a:pt x="2622" y="120424"/>
                </a:lnTo>
                <a:cubicBezTo>
                  <a:pt x="907" y="122541"/>
                  <a:pt x="0" y="125163"/>
                  <a:pt x="0" y="127885"/>
                </a:cubicBezTo>
                <a:cubicBezTo>
                  <a:pt x="0" y="134473"/>
                  <a:pt x="5344" y="139817"/>
                  <a:pt x="11931" y="139817"/>
                </a:cubicBezTo>
                <a:lnTo>
                  <a:pt x="138607" y="139817"/>
                </a:lnTo>
                <a:cubicBezTo>
                  <a:pt x="145194" y="139817"/>
                  <a:pt x="150538" y="134473"/>
                  <a:pt x="150538" y="127885"/>
                </a:cubicBezTo>
                <a:cubicBezTo>
                  <a:pt x="150538" y="125163"/>
                  <a:pt x="149631" y="122541"/>
                  <a:pt x="147916" y="120424"/>
                </a:cubicBezTo>
                <a:lnTo>
                  <a:pt x="144623" y="116323"/>
                </a:lnTo>
                <a:cubicBezTo>
                  <a:pt x="134573" y="103686"/>
                  <a:pt x="129061" y="87990"/>
                  <a:pt x="129061" y="71824"/>
                </a:cubicBezTo>
                <a:lnTo>
                  <a:pt x="129061" y="64531"/>
                </a:lnTo>
                <a:cubicBezTo>
                  <a:pt x="129061" y="38517"/>
                  <a:pt x="110576" y="16805"/>
                  <a:pt x="86041" y="11831"/>
                </a:cubicBezTo>
                <a:lnTo>
                  <a:pt x="86041" y="10755"/>
                </a:lnTo>
                <a:cubicBezTo>
                  <a:pt x="86041" y="4806"/>
                  <a:pt x="81235" y="0"/>
                  <a:pt x="75286" y="0"/>
                </a:cubicBezTo>
                <a:close/>
                <a:moveTo>
                  <a:pt x="54448" y="155949"/>
                </a:moveTo>
                <a:cubicBezTo>
                  <a:pt x="56834" y="165225"/>
                  <a:pt x="65270" y="172082"/>
                  <a:pt x="75286" y="172082"/>
                </a:cubicBezTo>
                <a:cubicBezTo>
                  <a:pt x="85302" y="172082"/>
                  <a:pt x="93738" y="165225"/>
                  <a:pt x="96124" y="155949"/>
                </a:cubicBezTo>
                <a:lnTo>
                  <a:pt x="54448" y="15594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523129" y="5635681"/>
            <a:ext cx="3458845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Personalized Nudges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23129" y="5945428"/>
            <a:ext cx="3441637" cy="3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48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Recommendations, quotes, reminders, and trigger-based interventions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227729" y="4943913"/>
            <a:ext cx="3732456" cy="1572828"/>
          </a:xfrm>
          <a:custGeom>
            <a:avLst/>
            <a:gdLst/>
            <a:ahLst/>
            <a:cxnLst/>
            <a:rect l="l" t="t" r="r" b="b"/>
            <a:pathLst>
              <a:path w="3732456" h="1572828">
                <a:moveTo>
                  <a:pt x="137670" y="0"/>
                </a:moveTo>
                <a:lnTo>
                  <a:pt x="3594786" y="0"/>
                </a:lnTo>
                <a:cubicBezTo>
                  <a:pt x="3670768" y="0"/>
                  <a:pt x="3732456" y="61688"/>
                  <a:pt x="3732456" y="137670"/>
                </a:cubicBezTo>
                <a:lnTo>
                  <a:pt x="3732456" y="1435159"/>
                </a:lnTo>
                <a:cubicBezTo>
                  <a:pt x="3732456" y="1511141"/>
                  <a:pt x="3670768" y="1572828"/>
                  <a:pt x="3594786" y="1572828"/>
                </a:cubicBezTo>
                <a:lnTo>
                  <a:pt x="137670" y="1572828"/>
                </a:lnTo>
                <a:cubicBezTo>
                  <a:pt x="61688" y="1572828"/>
                  <a:pt x="0" y="1511141"/>
                  <a:pt x="0" y="1435159"/>
                </a:cubicBezTo>
                <a:lnTo>
                  <a:pt x="0" y="137670"/>
                </a:lnTo>
                <a:cubicBezTo>
                  <a:pt x="0" y="61688"/>
                  <a:pt x="61688" y="0"/>
                  <a:pt x="137670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5000"/>
                </a:srgbClr>
              </a:gs>
              <a:gs pos="100000">
                <a:srgbClr val="10B981">
                  <a:alpha val="10000"/>
                </a:srgbClr>
              </a:gs>
            </a:gsLst>
            <a:lin ang="2700000" scaled="1"/>
          </a:gradFill>
          <a:ln w="10160">
            <a:solidFill>
              <a:srgbClr val="10B981">
                <a:alpha val="1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03252" y="5119435"/>
            <a:ext cx="412996" cy="412996"/>
          </a:xfrm>
          <a:custGeom>
            <a:avLst/>
            <a:gdLst/>
            <a:ahLst/>
            <a:cxnLst/>
            <a:rect l="l" t="t" r="r" b="b"/>
            <a:pathLst>
              <a:path w="412996" h="412996">
                <a:moveTo>
                  <a:pt x="103249" y="0"/>
                </a:moveTo>
                <a:lnTo>
                  <a:pt x="309747" y="0"/>
                </a:lnTo>
                <a:cubicBezTo>
                  <a:pt x="366770" y="0"/>
                  <a:pt x="412996" y="46226"/>
                  <a:pt x="412996" y="103249"/>
                </a:cubicBezTo>
                <a:lnTo>
                  <a:pt x="412996" y="309747"/>
                </a:lnTo>
                <a:cubicBezTo>
                  <a:pt x="412996" y="366770"/>
                  <a:pt x="366770" y="412996"/>
                  <a:pt x="309747" y="412996"/>
                </a:cubicBezTo>
                <a:lnTo>
                  <a:pt x="103249" y="412996"/>
                </a:lnTo>
                <a:cubicBezTo>
                  <a:pt x="46226" y="412996"/>
                  <a:pt x="0" y="366770"/>
                  <a:pt x="0" y="309747"/>
                </a:cubicBezTo>
                <a:lnTo>
                  <a:pt x="0" y="103249"/>
                </a:lnTo>
                <a:cubicBezTo>
                  <a:pt x="0" y="46226"/>
                  <a:pt x="46226" y="0"/>
                  <a:pt x="103249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2" name="Shape 40"/>
          <p:cNvSpPr/>
          <p:nvPr/>
        </p:nvSpPr>
        <p:spPr>
          <a:xfrm>
            <a:off x="4502199" y="5239893"/>
            <a:ext cx="215102" cy="172082"/>
          </a:xfrm>
          <a:custGeom>
            <a:avLst/>
            <a:gdLst/>
            <a:ahLst/>
            <a:cxnLst/>
            <a:rect l="l" t="t" r="r" b="b"/>
            <a:pathLst>
              <a:path w="215102" h="172082">
                <a:moveTo>
                  <a:pt x="86209" y="2689"/>
                </a:moveTo>
                <a:cubicBezTo>
                  <a:pt x="108469" y="2689"/>
                  <a:pt x="126541" y="20761"/>
                  <a:pt x="126541" y="43020"/>
                </a:cubicBezTo>
                <a:cubicBezTo>
                  <a:pt x="126541" y="65280"/>
                  <a:pt x="108469" y="83352"/>
                  <a:pt x="86209" y="83352"/>
                </a:cubicBezTo>
                <a:cubicBezTo>
                  <a:pt x="63949" y="83352"/>
                  <a:pt x="45877" y="65280"/>
                  <a:pt x="45877" y="43020"/>
                </a:cubicBezTo>
                <a:cubicBezTo>
                  <a:pt x="45877" y="20761"/>
                  <a:pt x="63949" y="2689"/>
                  <a:pt x="86209" y="2689"/>
                </a:cubicBezTo>
                <a:close/>
                <a:moveTo>
                  <a:pt x="76193" y="102174"/>
                </a:moveTo>
                <a:lnTo>
                  <a:pt x="96157" y="102174"/>
                </a:lnTo>
                <a:lnTo>
                  <a:pt x="96662" y="102174"/>
                </a:lnTo>
                <a:cubicBezTo>
                  <a:pt x="92326" y="111181"/>
                  <a:pt x="94040" y="121734"/>
                  <a:pt x="100527" y="128893"/>
                </a:cubicBezTo>
                <a:cubicBezTo>
                  <a:pt x="93738" y="136388"/>
                  <a:pt x="92192" y="147648"/>
                  <a:pt x="97367" y="156924"/>
                </a:cubicBezTo>
                <a:lnTo>
                  <a:pt x="104930" y="170502"/>
                </a:lnTo>
                <a:cubicBezTo>
                  <a:pt x="105232" y="171040"/>
                  <a:pt x="105568" y="171578"/>
                  <a:pt x="105904" y="172082"/>
                </a:cubicBezTo>
                <a:lnTo>
                  <a:pt x="26249" y="172082"/>
                </a:lnTo>
                <a:cubicBezTo>
                  <a:pt x="20737" y="172082"/>
                  <a:pt x="16267" y="167612"/>
                  <a:pt x="16267" y="162100"/>
                </a:cubicBezTo>
                <a:cubicBezTo>
                  <a:pt x="16267" y="128994"/>
                  <a:pt x="43088" y="102174"/>
                  <a:pt x="76193" y="102174"/>
                </a:cubicBezTo>
                <a:close/>
                <a:moveTo>
                  <a:pt x="145396" y="83218"/>
                </a:moveTo>
                <a:cubicBezTo>
                  <a:pt x="145396" y="78748"/>
                  <a:pt x="148992" y="75151"/>
                  <a:pt x="153462" y="75151"/>
                </a:cubicBezTo>
                <a:lnTo>
                  <a:pt x="169595" y="75151"/>
                </a:lnTo>
                <a:cubicBezTo>
                  <a:pt x="174065" y="75151"/>
                  <a:pt x="177661" y="78748"/>
                  <a:pt x="177661" y="83218"/>
                </a:cubicBezTo>
                <a:lnTo>
                  <a:pt x="177661" y="85268"/>
                </a:lnTo>
                <a:cubicBezTo>
                  <a:pt x="177661" y="91620"/>
                  <a:pt x="185761" y="96292"/>
                  <a:pt x="191273" y="93133"/>
                </a:cubicBezTo>
                <a:lnTo>
                  <a:pt x="192954" y="92158"/>
                </a:lnTo>
                <a:cubicBezTo>
                  <a:pt x="196852" y="89906"/>
                  <a:pt x="201860" y="91284"/>
                  <a:pt x="204045" y="95216"/>
                </a:cubicBezTo>
                <a:lnTo>
                  <a:pt x="211573" y="108728"/>
                </a:lnTo>
                <a:cubicBezTo>
                  <a:pt x="213657" y="112492"/>
                  <a:pt x="212447" y="117197"/>
                  <a:pt x="208817" y="119483"/>
                </a:cubicBezTo>
                <a:lnTo>
                  <a:pt x="207238" y="120457"/>
                </a:lnTo>
                <a:cubicBezTo>
                  <a:pt x="201793" y="123852"/>
                  <a:pt x="201793" y="133868"/>
                  <a:pt x="207238" y="137296"/>
                </a:cubicBezTo>
                <a:lnTo>
                  <a:pt x="208784" y="138270"/>
                </a:lnTo>
                <a:cubicBezTo>
                  <a:pt x="212414" y="140556"/>
                  <a:pt x="213657" y="145261"/>
                  <a:pt x="211573" y="149026"/>
                </a:cubicBezTo>
                <a:lnTo>
                  <a:pt x="204011" y="162604"/>
                </a:lnTo>
                <a:cubicBezTo>
                  <a:pt x="201826" y="166536"/>
                  <a:pt x="196819" y="167948"/>
                  <a:pt x="192920" y="165662"/>
                </a:cubicBezTo>
                <a:lnTo>
                  <a:pt x="191273" y="164688"/>
                </a:lnTo>
                <a:cubicBezTo>
                  <a:pt x="185761" y="161495"/>
                  <a:pt x="177661" y="166200"/>
                  <a:pt x="177661" y="172552"/>
                </a:cubicBezTo>
                <a:lnTo>
                  <a:pt x="177661" y="174603"/>
                </a:lnTo>
                <a:cubicBezTo>
                  <a:pt x="177661" y="179073"/>
                  <a:pt x="174065" y="182669"/>
                  <a:pt x="169595" y="182669"/>
                </a:cubicBezTo>
                <a:lnTo>
                  <a:pt x="153462" y="182669"/>
                </a:lnTo>
                <a:cubicBezTo>
                  <a:pt x="148992" y="182669"/>
                  <a:pt x="145396" y="179073"/>
                  <a:pt x="145396" y="174603"/>
                </a:cubicBezTo>
                <a:lnTo>
                  <a:pt x="145396" y="172620"/>
                </a:lnTo>
                <a:cubicBezTo>
                  <a:pt x="145396" y="166234"/>
                  <a:pt x="137262" y="161528"/>
                  <a:pt x="131717" y="164721"/>
                </a:cubicBezTo>
                <a:lnTo>
                  <a:pt x="130103" y="165662"/>
                </a:lnTo>
                <a:cubicBezTo>
                  <a:pt x="126205" y="167914"/>
                  <a:pt x="121230" y="166536"/>
                  <a:pt x="119012" y="162604"/>
                </a:cubicBezTo>
                <a:lnTo>
                  <a:pt x="111416" y="149026"/>
                </a:lnTo>
                <a:cubicBezTo>
                  <a:pt x="109332" y="145261"/>
                  <a:pt x="110542" y="140522"/>
                  <a:pt x="114206" y="138237"/>
                </a:cubicBezTo>
                <a:lnTo>
                  <a:pt x="115685" y="137329"/>
                </a:lnTo>
                <a:cubicBezTo>
                  <a:pt x="121163" y="133935"/>
                  <a:pt x="121163" y="123852"/>
                  <a:pt x="115685" y="120457"/>
                </a:cubicBezTo>
                <a:lnTo>
                  <a:pt x="114172" y="119516"/>
                </a:lnTo>
                <a:cubicBezTo>
                  <a:pt x="110509" y="117231"/>
                  <a:pt x="109299" y="112492"/>
                  <a:pt x="111383" y="108728"/>
                </a:cubicBezTo>
                <a:lnTo>
                  <a:pt x="118945" y="95183"/>
                </a:lnTo>
                <a:cubicBezTo>
                  <a:pt x="121129" y="91250"/>
                  <a:pt x="126137" y="89872"/>
                  <a:pt x="130002" y="92124"/>
                </a:cubicBezTo>
                <a:lnTo>
                  <a:pt x="131616" y="93065"/>
                </a:lnTo>
                <a:cubicBezTo>
                  <a:pt x="137161" y="96258"/>
                  <a:pt x="145295" y="91553"/>
                  <a:pt x="145295" y="85167"/>
                </a:cubicBezTo>
                <a:lnTo>
                  <a:pt x="145295" y="83184"/>
                </a:lnTo>
                <a:close/>
                <a:moveTo>
                  <a:pt x="178972" y="128994"/>
                </a:moveTo>
                <a:cubicBezTo>
                  <a:pt x="178972" y="119348"/>
                  <a:pt x="171141" y="111517"/>
                  <a:pt x="161495" y="111517"/>
                </a:cubicBezTo>
                <a:cubicBezTo>
                  <a:pt x="151849" y="111517"/>
                  <a:pt x="144018" y="119348"/>
                  <a:pt x="144018" y="128994"/>
                </a:cubicBezTo>
                <a:cubicBezTo>
                  <a:pt x="144018" y="138640"/>
                  <a:pt x="151849" y="146471"/>
                  <a:pt x="161495" y="146471"/>
                </a:cubicBezTo>
                <a:cubicBezTo>
                  <a:pt x="171141" y="146471"/>
                  <a:pt x="178972" y="138640"/>
                  <a:pt x="178972" y="12899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4403252" y="5635681"/>
            <a:ext cx="3458845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Account Management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403252" y="5945428"/>
            <a:ext cx="3441637" cy="3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48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Profile editing, notification preferences, data export, and account deletion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07852" y="4943913"/>
            <a:ext cx="3732456" cy="1572828"/>
          </a:xfrm>
          <a:custGeom>
            <a:avLst/>
            <a:gdLst/>
            <a:ahLst/>
            <a:cxnLst/>
            <a:rect l="l" t="t" r="r" b="b"/>
            <a:pathLst>
              <a:path w="3732456" h="1572828">
                <a:moveTo>
                  <a:pt x="137670" y="0"/>
                </a:moveTo>
                <a:lnTo>
                  <a:pt x="3594786" y="0"/>
                </a:lnTo>
                <a:cubicBezTo>
                  <a:pt x="3670768" y="0"/>
                  <a:pt x="3732456" y="61688"/>
                  <a:pt x="3732456" y="137670"/>
                </a:cubicBezTo>
                <a:lnTo>
                  <a:pt x="3732456" y="1435159"/>
                </a:lnTo>
                <a:cubicBezTo>
                  <a:pt x="3732456" y="1511141"/>
                  <a:pt x="3670768" y="1572828"/>
                  <a:pt x="3594786" y="1572828"/>
                </a:cubicBezTo>
                <a:lnTo>
                  <a:pt x="137670" y="1572828"/>
                </a:lnTo>
                <a:cubicBezTo>
                  <a:pt x="61688" y="1572828"/>
                  <a:pt x="0" y="1511141"/>
                  <a:pt x="0" y="1435159"/>
                </a:cubicBezTo>
                <a:lnTo>
                  <a:pt x="0" y="137670"/>
                </a:lnTo>
                <a:cubicBezTo>
                  <a:pt x="0" y="61688"/>
                  <a:pt x="61688" y="0"/>
                  <a:pt x="137670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5000"/>
                </a:srgbClr>
              </a:gs>
              <a:gs pos="100000">
                <a:srgbClr val="F59E0B">
                  <a:alpha val="10000"/>
                </a:srgbClr>
              </a:gs>
            </a:gsLst>
            <a:lin ang="2700000" scaled="1"/>
          </a:gradFill>
          <a:ln w="10160">
            <a:solidFill>
              <a:srgbClr val="F59E0B">
                <a:alpha val="1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83376" y="5119435"/>
            <a:ext cx="412996" cy="412996"/>
          </a:xfrm>
          <a:custGeom>
            <a:avLst/>
            <a:gdLst/>
            <a:ahLst/>
            <a:cxnLst/>
            <a:rect l="l" t="t" r="r" b="b"/>
            <a:pathLst>
              <a:path w="412996" h="412996">
                <a:moveTo>
                  <a:pt x="103249" y="0"/>
                </a:moveTo>
                <a:lnTo>
                  <a:pt x="309747" y="0"/>
                </a:lnTo>
                <a:cubicBezTo>
                  <a:pt x="366770" y="0"/>
                  <a:pt x="412996" y="46226"/>
                  <a:pt x="412996" y="103249"/>
                </a:cubicBezTo>
                <a:lnTo>
                  <a:pt x="412996" y="309747"/>
                </a:lnTo>
                <a:cubicBezTo>
                  <a:pt x="412996" y="366770"/>
                  <a:pt x="366770" y="412996"/>
                  <a:pt x="309747" y="412996"/>
                </a:cubicBezTo>
                <a:lnTo>
                  <a:pt x="103249" y="412996"/>
                </a:lnTo>
                <a:cubicBezTo>
                  <a:pt x="46226" y="412996"/>
                  <a:pt x="0" y="366770"/>
                  <a:pt x="0" y="309747"/>
                </a:cubicBezTo>
                <a:lnTo>
                  <a:pt x="0" y="103249"/>
                </a:lnTo>
                <a:cubicBezTo>
                  <a:pt x="0" y="46226"/>
                  <a:pt x="46226" y="0"/>
                  <a:pt x="103249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7" name="Shape 45"/>
          <p:cNvSpPr/>
          <p:nvPr/>
        </p:nvSpPr>
        <p:spPr>
          <a:xfrm>
            <a:off x="8403833" y="5239893"/>
            <a:ext cx="172082" cy="172082"/>
          </a:xfrm>
          <a:custGeom>
            <a:avLst/>
            <a:gdLst/>
            <a:ahLst/>
            <a:cxnLst/>
            <a:rect l="l" t="t" r="r" b="b"/>
            <a:pathLst>
              <a:path w="172082" h="172082">
                <a:moveTo>
                  <a:pt x="86041" y="0"/>
                </a:moveTo>
                <a:cubicBezTo>
                  <a:pt x="87587" y="0"/>
                  <a:pt x="89133" y="336"/>
                  <a:pt x="90545" y="975"/>
                </a:cubicBezTo>
                <a:lnTo>
                  <a:pt x="153865" y="27829"/>
                </a:lnTo>
                <a:cubicBezTo>
                  <a:pt x="161260" y="30955"/>
                  <a:pt x="166772" y="38248"/>
                  <a:pt x="166738" y="47054"/>
                </a:cubicBezTo>
                <a:cubicBezTo>
                  <a:pt x="166570" y="80394"/>
                  <a:pt x="152857" y="141396"/>
                  <a:pt x="94948" y="169124"/>
                </a:cubicBezTo>
                <a:cubicBezTo>
                  <a:pt x="89335" y="171813"/>
                  <a:pt x="82814" y="171813"/>
                  <a:pt x="77202" y="169124"/>
                </a:cubicBezTo>
                <a:cubicBezTo>
                  <a:pt x="19258" y="141396"/>
                  <a:pt x="5579" y="80394"/>
                  <a:pt x="5411" y="47054"/>
                </a:cubicBezTo>
                <a:cubicBezTo>
                  <a:pt x="5378" y="38248"/>
                  <a:pt x="10890" y="30955"/>
                  <a:pt x="18284" y="27829"/>
                </a:cubicBezTo>
                <a:lnTo>
                  <a:pt x="81571" y="975"/>
                </a:lnTo>
                <a:cubicBezTo>
                  <a:pt x="82982" y="336"/>
                  <a:pt x="84495" y="0"/>
                  <a:pt x="86041" y="0"/>
                </a:cubicBezTo>
                <a:close/>
                <a:moveTo>
                  <a:pt x="86041" y="22451"/>
                </a:moveTo>
                <a:lnTo>
                  <a:pt x="86041" y="149530"/>
                </a:lnTo>
                <a:cubicBezTo>
                  <a:pt x="132422" y="127078"/>
                  <a:pt x="144892" y="77336"/>
                  <a:pt x="145194" y="47558"/>
                </a:cubicBezTo>
                <a:lnTo>
                  <a:pt x="86041" y="22485"/>
                </a:lnTo>
                <a:lnTo>
                  <a:pt x="86041" y="2248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8283376" y="5635681"/>
            <a:ext cx="3458845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 &amp; Safety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283376" y="5945428"/>
            <a:ext cx="3441637" cy="3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48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 risk signals, view platform stats, and moderate user access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780" y="361780"/>
            <a:ext cx="11531751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spc="100" kern="0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1780" y="615027"/>
            <a:ext cx="11685507" cy="4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18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User Features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1780" y="1121519"/>
            <a:ext cx="11549840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dirty="0">
                <a:solidFill>
                  <a:srgbClr val="6A72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Essential functionality for user engagement and data management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9016" y="1562891"/>
            <a:ext cx="5631112" cy="2366044"/>
          </a:xfrm>
          <a:custGeom>
            <a:avLst/>
            <a:gdLst/>
            <a:ahLst/>
            <a:cxnLst/>
            <a:rect l="l" t="t" r="r" b="b"/>
            <a:pathLst>
              <a:path w="5631112" h="2366044">
                <a:moveTo>
                  <a:pt x="144707" y="0"/>
                </a:moveTo>
                <a:lnTo>
                  <a:pt x="5486405" y="0"/>
                </a:lnTo>
                <a:cubicBezTo>
                  <a:pt x="5566325" y="0"/>
                  <a:pt x="5631112" y="64788"/>
                  <a:pt x="5631112" y="144707"/>
                </a:cubicBezTo>
                <a:lnTo>
                  <a:pt x="5631112" y="2221337"/>
                </a:lnTo>
                <a:cubicBezTo>
                  <a:pt x="5631112" y="2301256"/>
                  <a:pt x="5566325" y="2366044"/>
                  <a:pt x="5486405" y="2366044"/>
                </a:cubicBezTo>
                <a:lnTo>
                  <a:pt x="144707" y="2366044"/>
                </a:lnTo>
                <a:cubicBezTo>
                  <a:pt x="64841" y="2366044"/>
                  <a:pt x="0" y="2301203"/>
                  <a:pt x="0" y="2221337"/>
                </a:cubicBezTo>
                <a:lnTo>
                  <a:pt x="0" y="144707"/>
                </a:lnTo>
                <a:cubicBezTo>
                  <a:pt x="0" y="64841"/>
                  <a:pt x="64841" y="0"/>
                  <a:pt x="144707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6366F1">
                <a:alpha val="20000"/>
              </a:srgbClr>
            </a:solidFill>
            <a:prstDash val="solid"/>
          </a:ln>
          <a:effectLst>
            <a:outerShdw sx="100000" sy="100000" kx="0" ky="0" algn="bl" rotWithShape="0" blurRad="27134" dist="9045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57142" y="1751017"/>
            <a:ext cx="506493" cy="506493"/>
          </a:xfrm>
          <a:custGeom>
            <a:avLst/>
            <a:gdLst/>
            <a:ahLst/>
            <a:cxnLst/>
            <a:rect l="l" t="t" r="r" b="b"/>
            <a:pathLst>
              <a:path w="506493" h="506493">
                <a:moveTo>
                  <a:pt x="108536" y="0"/>
                </a:moveTo>
                <a:lnTo>
                  <a:pt x="397956" y="0"/>
                </a:lnTo>
                <a:cubicBezTo>
                  <a:pt x="457859" y="0"/>
                  <a:pt x="506493" y="48633"/>
                  <a:pt x="506493" y="108536"/>
                </a:cubicBezTo>
                <a:lnTo>
                  <a:pt x="506493" y="397956"/>
                </a:lnTo>
                <a:cubicBezTo>
                  <a:pt x="506493" y="457859"/>
                  <a:pt x="457859" y="506493"/>
                  <a:pt x="397956" y="506493"/>
                </a:cubicBezTo>
                <a:lnTo>
                  <a:pt x="108536" y="506493"/>
                </a:lnTo>
                <a:cubicBezTo>
                  <a:pt x="48633" y="506493"/>
                  <a:pt x="0" y="457859"/>
                  <a:pt x="0" y="397956"/>
                </a:cubicBezTo>
                <a:lnTo>
                  <a:pt x="0" y="108536"/>
                </a:lnTo>
                <a:cubicBezTo>
                  <a:pt x="0" y="48633"/>
                  <a:pt x="48633" y="0"/>
                  <a:pt x="108536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/>
              </a:gs>
              <a:gs pos="100000">
                <a:srgbClr val="4F46E5"/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728988" y="1895729"/>
            <a:ext cx="162801" cy="217068"/>
          </a:xfrm>
          <a:custGeom>
            <a:avLst/>
            <a:gdLst/>
            <a:ahLst/>
            <a:cxnLst/>
            <a:rect l="l" t="t" r="r" b="b"/>
            <a:pathLst>
              <a:path w="162801" h="217068">
                <a:moveTo>
                  <a:pt x="54267" y="40700"/>
                </a:moveTo>
                <a:lnTo>
                  <a:pt x="54267" y="67834"/>
                </a:lnTo>
                <a:lnTo>
                  <a:pt x="108534" y="67834"/>
                </a:lnTo>
                <a:lnTo>
                  <a:pt x="108534" y="40700"/>
                </a:lnTo>
                <a:cubicBezTo>
                  <a:pt x="108534" y="25734"/>
                  <a:pt x="96366" y="13567"/>
                  <a:pt x="81401" y="13567"/>
                </a:cubicBezTo>
                <a:cubicBezTo>
                  <a:pt x="66435" y="13567"/>
                  <a:pt x="54267" y="25734"/>
                  <a:pt x="54267" y="40700"/>
                </a:cubicBezTo>
                <a:close/>
                <a:moveTo>
                  <a:pt x="27134" y="67834"/>
                </a:moveTo>
                <a:lnTo>
                  <a:pt x="27134" y="40700"/>
                </a:lnTo>
                <a:cubicBezTo>
                  <a:pt x="27134" y="10726"/>
                  <a:pt x="51427" y="-13567"/>
                  <a:pt x="81401" y="-13567"/>
                </a:cubicBezTo>
                <a:cubicBezTo>
                  <a:pt x="111375" y="-13567"/>
                  <a:pt x="135668" y="10726"/>
                  <a:pt x="135668" y="40700"/>
                </a:cubicBezTo>
                <a:lnTo>
                  <a:pt x="135668" y="67834"/>
                </a:lnTo>
                <a:cubicBezTo>
                  <a:pt x="150633" y="67834"/>
                  <a:pt x="162801" y="80002"/>
                  <a:pt x="162801" y="94967"/>
                </a:cubicBezTo>
                <a:lnTo>
                  <a:pt x="162801" y="189935"/>
                </a:lnTo>
                <a:cubicBezTo>
                  <a:pt x="162801" y="204901"/>
                  <a:pt x="150633" y="217068"/>
                  <a:pt x="135668" y="217068"/>
                </a:cubicBezTo>
                <a:lnTo>
                  <a:pt x="27134" y="217068"/>
                </a:lnTo>
                <a:cubicBezTo>
                  <a:pt x="12168" y="217068"/>
                  <a:pt x="0" y="204901"/>
                  <a:pt x="0" y="189935"/>
                </a:cubicBezTo>
                <a:lnTo>
                  <a:pt x="0" y="94967"/>
                </a:lnTo>
                <a:cubicBezTo>
                  <a:pt x="0" y="80002"/>
                  <a:pt x="12168" y="67834"/>
                  <a:pt x="27134" y="6783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72169" y="1769106"/>
            <a:ext cx="1628012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72169" y="2058418"/>
            <a:ext cx="1582789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6A72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access management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7142" y="2402222"/>
            <a:ext cx="5254861" cy="397958"/>
          </a:xfrm>
          <a:custGeom>
            <a:avLst/>
            <a:gdLst/>
            <a:ahLst/>
            <a:cxnLst/>
            <a:rect l="l" t="t" r="r" b="b"/>
            <a:pathLst>
              <a:path w="5254861" h="397958">
                <a:moveTo>
                  <a:pt x="72357" y="0"/>
                </a:moveTo>
                <a:lnTo>
                  <a:pt x="5182504" y="0"/>
                </a:lnTo>
                <a:cubicBezTo>
                  <a:pt x="5222465" y="0"/>
                  <a:pt x="5254861" y="32395"/>
                  <a:pt x="5254861" y="72357"/>
                </a:cubicBezTo>
                <a:lnTo>
                  <a:pt x="5254861" y="325602"/>
                </a:lnTo>
                <a:cubicBezTo>
                  <a:pt x="5254861" y="365563"/>
                  <a:pt x="5222465" y="397958"/>
                  <a:pt x="5182504" y="397958"/>
                </a:cubicBezTo>
                <a:lnTo>
                  <a:pt x="72357" y="397958"/>
                </a:lnTo>
                <a:cubicBezTo>
                  <a:pt x="32422" y="397958"/>
                  <a:pt x="0" y="365536"/>
                  <a:pt x="0" y="325602"/>
                </a:cubicBezTo>
                <a:lnTo>
                  <a:pt x="0" y="72357"/>
                </a:lnTo>
                <a:cubicBezTo>
                  <a:pt x="0" y="32422"/>
                  <a:pt x="32422" y="0"/>
                  <a:pt x="72357" y="0"/>
                </a:cubicBezTo>
                <a:close/>
              </a:path>
            </a:pathLst>
          </a:custGeom>
          <a:solidFill>
            <a:srgbClr val="6366F1">
              <a:alpha val="5098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5676" y="2528845"/>
            <a:ext cx="180890" cy="144712"/>
          </a:xfrm>
          <a:custGeom>
            <a:avLst/>
            <a:gdLst/>
            <a:ahLst/>
            <a:cxnLst/>
            <a:rect l="l" t="t" r="r" b="b"/>
            <a:pathLst>
              <a:path w="180890" h="144712">
                <a:moveTo>
                  <a:pt x="38439" y="36178"/>
                </a:moveTo>
                <a:cubicBezTo>
                  <a:pt x="38439" y="17459"/>
                  <a:pt x="53637" y="2261"/>
                  <a:pt x="72356" y="2261"/>
                </a:cubicBezTo>
                <a:cubicBezTo>
                  <a:pt x="91075" y="2261"/>
                  <a:pt x="106273" y="17459"/>
                  <a:pt x="106273" y="36178"/>
                </a:cubicBezTo>
                <a:cubicBezTo>
                  <a:pt x="106273" y="54897"/>
                  <a:pt x="91075" y="70095"/>
                  <a:pt x="72356" y="70095"/>
                </a:cubicBezTo>
                <a:cubicBezTo>
                  <a:pt x="53637" y="70095"/>
                  <a:pt x="38439" y="54897"/>
                  <a:pt x="38439" y="36178"/>
                </a:cubicBezTo>
                <a:close/>
                <a:moveTo>
                  <a:pt x="13567" y="136318"/>
                </a:moveTo>
                <a:cubicBezTo>
                  <a:pt x="13567" y="108478"/>
                  <a:pt x="36122" y="85923"/>
                  <a:pt x="63962" y="85923"/>
                </a:cubicBezTo>
                <a:lnTo>
                  <a:pt x="80751" y="85923"/>
                </a:lnTo>
                <a:cubicBezTo>
                  <a:pt x="108591" y="85923"/>
                  <a:pt x="131145" y="108478"/>
                  <a:pt x="131145" y="136318"/>
                </a:cubicBezTo>
                <a:cubicBezTo>
                  <a:pt x="131145" y="140953"/>
                  <a:pt x="127386" y="144712"/>
                  <a:pt x="122751" y="144712"/>
                </a:cubicBezTo>
                <a:lnTo>
                  <a:pt x="21961" y="144712"/>
                </a:lnTo>
                <a:cubicBezTo>
                  <a:pt x="17326" y="144712"/>
                  <a:pt x="13567" y="140953"/>
                  <a:pt x="13567" y="136318"/>
                </a:cubicBezTo>
                <a:close/>
                <a:moveTo>
                  <a:pt x="153757" y="27134"/>
                </a:moveTo>
                <a:cubicBezTo>
                  <a:pt x="157516" y="27134"/>
                  <a:pt x="160540" y="30158"/>
                  <a:pt x="160540" y="33917"/>
                </a:cubicBezTo>
                <a:lnTo>
                  <a:pt x="160540" y="47484"/>
                </a:lnTo>
                <a:lnTo>
                  <a:pt x="174107" y="47484"/>
                </a:lnTo>
                <a:cubicBezTo>
                  <a:pt x="177866" y="47484"/>
                  <a:pt x="180890" y="50508"/>
                  <a:pt x="180890" y="54267"/>
                </a:cubicBezTo>
                <a:cubicBezTo>
                  <a:pt x="180890" y="58026"/>
                  <a:pt x="177866" y="61050"/>
                  <a:pt x="174107" y="61050"/>
                </a:cubicBezTo>
                <a:lnTo>
                  <a:pt x="160540" y="61050"/>
                </a:lnTo>
                <a:lnTo>
                  <a:pt x="160540" y="74617"/>
                </a:lnTo>
                <a:cubicBezTo>
                  <a:pt x="160540" y="78376"/>
                  <a:pt x="157516" y="81401"/>
                  <a:pt x="153757" y="81401"/>
                </a:cubicBezTo>
                <a:cubicBezTo>
                  <a:pt x="149998" y="81401"/>
                  <a:pt x="146973" y="78376"/>
                  <a:pt x="146973" y="74617"/>
                </a:cubicBezTo>
                <a:lnTo>
                  <a:pt x="146973" y="61050"/>
                </a:lnTo>
                <a:lnTo>
                  <a:pt x="133407" y="61050"/>
                </a:lnTo>
                <a:cubicBezTo>
                  <a:pt x="129647" y="61050"/>
                  <a:pt x="126623" y="58026"/>
                  <a:pt x="126623" y="54267"/>
                </a:cubicBezTo>
                <a:cubicBezTo>
                  <a:pt x="126623" y="50508"/>
                  <a:pt x="129647" y="47484"/>
                  <a:pt x="133407" y="47484"/>
                </a:cubicBezTo>
                <a:lnTo>
                  <a:pt x="146973" y="47484"/>
                </a:lnTo>
                <a:lnTo>
                  <a:pt x="146973" y="33917"/>
                </a:lnTo>
                <a:cubicBezTo>
                  <a:pt x="146973" y="30158"/>
                  <a:pt x="149998" y="27134"/>
                  <a:pt x="153757" y="2713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955100" y="2510756"/>
            <a:ext cx="1374766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registration &amp; login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7142" y="2872536"/>
            <a:ext cx="5254861" cy="397958"/>
          </a:xfrm>
          <a:custGeom>
            <a:avLst/>
            <a:gdLst/>
            <a:ahLst/>
            <a:cxnLst/>
            <a:rect l="l" t="t" r="r" b="b"/>
            <a:pathLst>
              <a:path w="5254861" h="397958">
                <a:moveTo>
                  <a:pt x="72357" y="0"/>
                </a:moveTo>
                <a:lnTo>
                  <a:pt x="5182504" y="0"/>
                </a:lnTo>
                <a:cubicBezTo>
                  <a:pt x="5222465" y="0"/>
                  <a:pt x="5254861" y="32395"/>
                  <a:pt x="5254861" y="72357"/>
                </a:cubicBezTo>
                <a:lnTo>
                  <a:pt x="5254861" y="325602"/>
                </a:lnTo>
                <a:cubicBezTo>
                  <a:pt x="5254861" y="365563"/>
                  <a:pt x="5222465" y="397958"/>
                  <a:pt x="5182504" y="397958"/>
                </a:cubicBezTo>
                <a:lnTo>
                  <a:pt x="72357" y="397958"/>
                </a:lnTo>
                <a:cubicBezTo>
                  <a:pt x="32422" y="397958"/>
                  <a:pt x="0" y="365536"/>
                  <a:pt x="0" y="325602"/>
                </a:cubicBezTo>
                <a:lnTo>
                  <a:pt x="0" y="72357"/>
                </a:lnTo>
                <a:cubicBezTo>
                  <a:pt x="0" y="32422"/>
                  <a:pt x="32422" y="0"/>
                  <a:pt x="72357" y="0"/>
                </a:cubicBezTo>
                <a:close/>
              </a:path>
            </a:pathLst>
          </a:custGeom>
          <a:solidFill>
            <a:srgbClr val="6366F1">
              <a:alpha val="5098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83765" y="2999159"/>
            <a:ext cx="144712" cy="144712"/>
          </a:xfrm>
          <a:custGeom>
            <a:avLst/>
            <a:gdLst/>
            <a:ahLst/>
            <a:cxnLst/>
            <a:rect l="l" t="t" r="r" b="b"/>
            <a:pathLst>
              <a:path w="144712" h="144712">
                <a:moveTo>
                  <a:pt x="94967" y="99490"/>
                </a:moveTo>
                <a:cubicBezTo>
                  <a:pt x="122440" y="99490"/>
                  <a:pt x="144712" y="77218"/>
                  <a:pt x="144712" y="49745"/>
                </a:cubicBezTo>
                <a:cubicBezTo>
                  <a:pt x="144712" y="22272"/>
                  <a:pt x="122440" y="0"/>
                  <a:pt x="94967" y="0"/>
                </a:cubicBezTo>
                <a:cubicBezTo>
                  <a:pt x="67495" y="0"/>
                  <a:pt x="45223" y="22272"/>
                  <a:pt x="45223" y="49745"/>
                </a:cubicBezTo>
                <a:cubicBezTo>
                  <a:pt x="45223" y="55030"/>
                  <a:pt x="46042" y="60146"/>
                  <a:pt x="47568" y="64923"/>
                </a:cubicBezTo>
                <a:lnTo>
                  <a:pt x="1978" y="110513"/>
                </a:lnTo>
                <a:cubicBezTo>
                  <a:pt x="707" y="111784"/>
                  <a:pt x="0" y="113509"/>
                  <a:pt x="0" y="115318"/>
                </a:cubicBezTo>
                <a:lnTo>
                  <a:pt x="0" y="137929"/>
                </a:lnTo>
                <a:cubicBezTo>
                  <a:pt x="0" y="141688"/>
                  <a:pt x="3024" y="144712"/>
                  <a:pt x="6783" y="144712"/>
                </a:cubicBezTo>
                <a:lnTo>
                  <a:pt x="29395" y="144712"/>
                </a:lnTo>
                <a:cubicBezTo>
                  <a:pt x="33154" y="144712"/>
                  <a:pt x="36178" y="141688"/>
                  <a:pt x="36178" y="137929"/>
                </a:cubicBezTo>
                <a:lnTo>
                  <a:pt x="36178" y="126623"/>
                </a:lnTo>
                <a:lnTo>
                  <a:pt x="47484" y="126623"/>
                </a:lnTo>
                <a:cubicBezTo>
                  <a:pt x="51243" y="126623"/>
                  <a:pt x="54267" y="123599"/>
                  <a:pt x="54267" y="119840"/>
                </a:cubicBezTo>
                <a:lnTo>
                  <a:pt x="54267" y="108534"/>
                </a:lnTo>
                <a:lnTo>
                  <a:pt x="65573" y="108534"/>
                </a:lnTo>
                <a:cubicBezTo>
                  <a:pt x="67382" y="108534"/>
                  <a:pt x="69106" y="107828"/>
                  <a:pt x="70378" y="106556"/>
                </a:cubicBezTo>
                <a:lnTo>
                  <a:pt x="79790" y="97144"/>
                </a:lnTo>
                <a:cubicBezTo>
                  <a:pt x="84566" y="98670"/>
                  <a:pt x="89682" y="99490"/>
                  <a:pt x="94967" y="99490"/>
                </a:cubicBezTo>
                <a:close/>
                <a:moveTo>
                  <a:pt x="106273" y="27134"/>
                </a:moveTo>
                <a:cubicBezTo>
                  <a:pt x="112513" y="27134"/>
                  <a:pt x="117579" y="32199"/>
                  <a:pt x="117579" y="38439"/>
                </a:cubicBezTo>
                <a:cubicBezTo>
                  <a:pt x="117579" y="44679"/>
                  <a:pt x="112513" y="49745"/>
                  <a:pt x="106273" y="49745"/>
                </a:cubicBezTo>
                <a:cubicBezTo>
                  <a:pt x="100033" y="49745"/>
                  <a:pt x="94967" y="44679"/>
                  <a:pt x="94967" y="38439"/>
                </a:cubicBezTo>
                <a:cubicBezTo>
                  <a:pt x="94967" y="32199"/>
                  <a:pt x="100033" y="27134"/>
                  <a:pt x="106273" y="2713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955100" y="2981070"/>
            <a:ext cx="2107371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Token refresh &amp; session management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7142" y="3342851"/>
            <a:ext cx="5254861" cy="397958"/>
          </a:xfrm>
          <a:custGeom>
            <a:avLst/>
            <a:gdLst/>
            <a:ahLst/>
            <a:cxnLst/>
            <a:rect l="l" t="t" r="r" b="b"/>
            <a:pathLst>
              <a:path w="5254861" h="397958">
                <a:moveTo>
                  <a:pt x="72357" y="0"/>
                </a:moveTo>
                <a:lnTo>
                  <a:pt x="5182504" y="0"/>
                </a:lnTo>
                <a:cubicBezTo>
                  <a:pt x="5222465" y="0"/>
                  <a:pt x="5254861" y="32395"/>
                  <a:pt x="5254861" y="72357"/>
                </a:cubicBezTo>
                <a:lnTo>
                  <a:pt x="5254861" y="325602"/>
                </a:lnTo>
                <a:cubicBezTo>
                  <a:pt x="5254861" y="365563"/>
                  <a:pt x="5222465" y="397958"/>
                  <a:pt x="5182504" y="397958"/>
                </a:cubicBezTo>
                <a:lnTo>
                  <a:pt x="72357" y="397958"/>
                </a:lnTo>
                <a:cubicBezTo>
                  <a:pt x="32422" y="397958"/>
                  <a:pt x="0" y="365536"/>
                  <a:pt x="0" y="325602"/>
                </a:cubicBezTo>
                <a:lnTo>
                  <a:pt x="0" y="72357"/>
                </a:lnTo>
                <a:cubicBezTo>
                  <a:pt x="0" y="32422"/>
                  <a:pt x="32422" y="0"/>
                  <a:pt x="72357" y="0"/>
                </a:cubicBezTo>
                <a:close/>
              </a:path>
            </a:pathLst>
          </a:custGeom>
          <a:solidFill>
            <a:srgbClr val="6366F1">
              <a:alpha val="5098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01854" y="3469474"/>
            <a:ext cx="108534" cy="144712"/>
          </a:xfrm>
          <a:custGeom>
            <a:avLst/>
            <a:gdLst/>
            <a:ahLst/>
            <a:cxnLst/>
            <a:rect l="l" t="t" r="r" b="b"/>
            <a:pathLst>
              <a:path w="108534" h="144712">
                <a:moveTo>
                  <a:pt x="54267" y="9045"/>
                </a:moveTo>
                <a:cubicBezTo>
                  <a:pt x="44290" y="9045"/>
                  <a:pt x="36178" y="17156"/>
                  <a:pt x="36178" y="27134"/>
                </a:cubicBezTo>
                <a:lnTo>
                  <a:pt x="36178" y="45223"/>
                </a:lnTo>
                <a:lnTo>
                  <a:pt x="90445" y="45223"/>
                </a:lnTo>
                <a:cubicBezTo>
                  <a:pt x="100422" y="45223"/>
                  <a:pt x="108534" y="53334"/>
                  <a:pt x="108534" y="63312"/>
                </a:cubicBezTo>
                <a:lnTo>
                  <a:pt x="108534" y="126623"/>
                </a:lnTo>
                <a:cubicBezTo>
                  <a:pt x="108534" y="136600"/>
                  <a:pt x="100422" y="144712"/>
                  <a:pt x="90445" y="144712"/>
                </a:cubicBezTo>
                <a:lnTo>
                  <a:pt x="18089" y="144712"/>
                </a:lnTo>
                <a:cubicBezTo>
                  <a:pt x="8112" y="144712"/>
                  <a:pt x="0" y="136600"/>
                  <a:pt x="0" y="126623"/>
                </a:cubicBezTo>
                <a:lnTo>
                  <a:pt x="0" y="63312"/>
                </a:lnTo>
                <a:cubicBezTo>
                  <a:pt x="0" y="53334"/>
                  <a:pt x="8112" y="45223"/>
                  <a:pt x="18089" y="45223"/>
                </a:cubicBezTo>
                <a:lnTo>
                  <a:pt x="18089" y="27134"/>
                </a:lnTo>
                <a:cubicBezTo>
                  <a:pt x="18089" y="7151"/>
                  <a:pt x="34284" y="-9045"/>
                  <a:pt x="54267" y="-9045"/>
                </a:cubicBezTo>
                <a:cubicBezTo>
                  <a:pt x="72215" y="-9045"/>
                  <a:pt x="87082" y="3985"/>
                  <a:pt x="89936" y="21113"/>
                </a:cubicBezTo>
                <a:cubicBezTo>
                  <a:pt x="90756" y="26031"/>
                  <a:pt x="87449" y="30695"/>
                  <a:pt x="82503" y="31543"/>
                </a:cubicBezTo>
                <a:cubicBezTo>
                  <a:pt x="77557" y="32391"/>
                  <a:pt x="72921" y="29055"/>
                  <a:pt x="72073" y="24109"/>
                </a:cubicBezTo>
                <a:cubicBezTo>
                  <a:pt x="70660" y="15574"/>
                  <a:pt x="63227" y="9045"/>
                  <a:pt x="54267" y="9045"/>
                </a:cubicBezTo>
                <a:close/>
                <a:moveTo>
                  <a:pt x="65573" y="101751"/>
                </a:moveTo>
                <a:cubicBezTo>
                  <a:pt x="69332" y="101751"/>
                  <a:pt x="72356" y="98726"/>
                  <a:pt x="72356" y="94967"/>
                </a:cubicBezTo>
                <a:cubicBezTo>
                  <a:pt x="72356" y="91208"/>
                  <a:pt x="69332" y="88184"/>
                  <a:pt x="65573" y="88184"/>
                </a:cubicBezTo>
                <a:lnTo>
                  <a:pt x="42961" y="88184"/>
                </a:lnTo>
                <a:cubicBezTo>
                  <a:pt x="39202" y="88184"/>
                  <a:pt x="36178" y="91208"/>
                  <a:pt x="36178" y="94967"/>
                </a:cubicBezTo>
                <a:cubicBezTo>
                  <a:pt x="36178" y="98726"/>
                  <a:pt x="39202" y="101751"/>
                  <a:pt x="42961" y="101751"/>
                </a:cubicBezTo>
                <a:lnTo>
                  <a:pt x="65573" y="10175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955100" y="3451385"/>
            <a:ext cx="1175786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Password reset flow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91646" y="1562891"/>
            <a:ext cx="5631112" cy="2366044"/>
          </a:xfrm>
          <a:custGeom>
            <a:avLst/>
            <a:gdLst/>
            <a:ahLst/>
            <a:cxnLst/>
            <a:rect l="l" t="t" r="r" b="b"/>
            <a:pathLst>
              <a:path w="5631112" h="2366044">
                <a:moveTo>
                  <a:pt x="144707" y="0"/>
                </a:moveTo>
                <a:lnTo>
                  <a:pt x="5486405" y="0"/>
                </a:lnTo>
                <a:cubicBezTo>
                  <a:pt x="5566325" y="0"/>
                  <a:pt x="5631112" y="64788"/>
                  <a:pt x="5631112" y="144707"/>
                </a:cubicBezTo>
                <a:lnTo>
                  <a:pt x="5631112" y="2221337"/>
                </a:lnTo>
                <a:cubicBezTo>
                  <a:pt x="5631112" y="2301256"/>
                  <a:pt x="5566325" y="2366044"/>
                  <a:pt x="5486405" y="2366044"/>
                </a:cubicBezTo>
                <a:lnTo>
                  <a:pt x="144707" y="2366044"/>
                </a:lnTo>
                <a:cubicBezTo>
                  <a:pt x="64841" y="2366044"/>
                  <a:pt x="0" y="2301203"/>
                  <a:pt x="0" y="2221337"/>
                </a:cubicBezTo>
                <a:lnTo>
                  <a:pt x="0" y="144707"/>
                </a:lnTo>
                <a:cubicBezTo>
                  <a:pt x="0" y="64841"/>
                  <a:pt x="64841" y="0"/>
                  <a:pt x="144707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10B981">
                <a:alpha val="20000"/>
              </a:srgbClr>
            </a:solidFill>
            <a:prstDash val="solid"/>
          </a:ln>
          <a:effectLst>
            <a:outerShdw sx="100000" sy="100000" kx="0" ky="0" algn="bl" rotWithShape="0" blurRad="27134" dist="9045" dir="540000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79772" y="1751017"/>
            <a:ext cx="506493" cy="506493"/>
          </a:xfrm>
          <a:custGeom>
            <a:avLst/>
            <a:gdLst/>
            <a:ahLst/>
            <a:cxnLst/>
            <a:rect l="l" t="t" r="r" b="b"/>
            <a:pathLst>
              <a:path w="506493" h="506493">
                <a:moveTo>
                  <a:pt x="108536" y="0"/>
                </a:moveTo>
                <a:lnTo>
                  <a:pt x="397956" y="0"/>
                </a:lnTo>
                <a:cubicBezTo>
                  <a:pt x="457859" y="0"/>
                  <a:pt x="506493" y="48633"/>
                  <a:pt x="506493" y="108536"/>
                </a:cubicBezTo>
                <a:lnTo>
                  <a:pt x="506493" y="397956"/>
                </a:lnTo>
                <a:cubicBezTo>
                  <a:pt x="506493" y="457859"/>
                  <a:pt x="457859" y="506493"/>
                  <a:pt x="397956" y="506493"/>
                </a:cubicBezTo>
                <a:lnTo>
                  <a:pt x="108536" y="506493"/>
                </a:lnTo>
                <a:cubicBezTo>
                  <a:pt x="48633" y="506493"/>
                  <a:pt x="0" y="457859"/>
                  <a:pt x="0" y="397956"/>
                </a:cubicBezTo>
                <a:lnTo>
                  <a:pt x="0" y="108536"/>
                </a:lnTo>
                <a:cubicBezTo>
                  <a:pt x="0" y="48633"/>
                  <a:pt x="48633" y="0"/>
                  <a:pt x="108536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/>
              </a:gs>
              <a:gs pos="100000">
                <a:srgbClr val="059669"/>
              </a:gs>
            </a:gsLst>
            <a:lin ang="2700000" scaled="1"/>
          </a:gradFill>
          <a:ln/>
        </p:spPr>
      </p:sp>
      <p:sp>
        <p:nvSpPr>
          <p:cNvPr id="21" name="Shape 19"/>
          <p:cNvSpPr/>
          <p:nvPr/>
        </p:nvSpPr>
        <p:spPr>
          <a:xfrm>
            <a:off x="6510917" y="1895729"/>
            <a:ext cx="244202" cy="217068"/>
          </a:xfrm>
          <a:custGeom>
            <a:avLst/>
            <a:gdLst/>
            <a:ahLst/>
            <a:cxnLst/>
            <a:rect l="l" t="t" r="r" b="b"/>
            <a:pathLst>
              <a:path w="244202" h="217068">
                <a:moveTo>
                  <a:pt x="0" y="40700"/>
                </a:moveTo>
                <a:cubicBezTo>
                  <a:pt x="0" y="25734"/>
                  <a:pt x="12168" y="13567"/>
                  <a:pt x="27134" y="13567"/>
                </a:cubicBezTo>
                <a:lnTo>
                  <a:pt x="217068" y="13567"/>
                </a:lnTo>
                <a:cubicBezTo>
                  <a:pt x="232034" y="13567"/>
                  <a:pt x="244202" y="25734"/>
                  <a:pt x="244202" y="40700"/>
                </a:cubicBezTo>
                <a:lnTo>
                  <a:pt x="0" y="40700"/>
                </a:lnTo>
                <a:close/>
                <a:moveTo>
                  <a:pt x="0" y="61050"/>
                </a:moveTo>
                <a:lnTo>
                  <a:pt x="244202" y="61050"/>
                </a:lnTo>
                <a:lnTo>
                  <a:pt x="244202" y="176368"/>
                </a:lnTo>
                <a:cubicBezTo>
                  <a:pt x="244202" y="191334"/>
                  <a:pt x="232034" y="203501"/>
                  <a:pt x="217068" y="203501"/>
                </a:cubicBezTo>
                <a:lnTo>
                  <a:pt x="27134" y="203501"/>
                </a:lnTo>
                <a:cubicBezTo>
                  <a:pt x="12168" y="203501"/>
                  <a:pt x="0" y="191334"/>
                  <a:pt x="0" y="176368"/>
                </a:cubicBezTo>
                <a:lnTo>
                  <a:pt x="0" y="61050"/>
                </a:lnTo>
                <a:close/>
                <a:moveTo>
                  <a:pt x="104846" y="176368"/>
                </a:moveTo>
                <a:cubicBezTo>
                  <a:pt x="113410" y="176368"/>
                  <a:pt x="119811" y="168143"/>
                  <a:pt x="114342" y="161529"/>
                </a:cubicBezTo>
                <a:cubicBezTo>
                  <a:pt x="108110" y="154025"/>
                  <a:pt x="98698" y="149234"/>
                  <a:pt x="88184" y="149234"/>
                </a:cubicBezTo>
                <a:lnTo>
                  <a:pt x="61050" y="149234"/>
                </a:lnTo>
                <a:cubicBezTo>
                  <a:pt x="50536" y="149234"/>
                  <a:pt x="41124" y="154025"/>
                  <a:pt x="34892" y="161529"/>
                </a:cubicBezTo>
                <a:cubicBezTo>
                  <a:pt x="29423" y="168143"/>
                  <a:pt x="35825" y="176368"/>
                  <a:pt x="44389" y="176368"/>
                </a:cubicBezTo>
                <a:lnTo>
                  <a:pt x="104803" y="176368"/>
                </a:lnTo>
                <a:close/>
                <a:moveTo>
                  <a:pt x="74617" y="132276"/>
                </a:moveTo>
                <a:cubicBezTo>
                  <a:pt x="87721" y="132276"/>
                  <a:pt x="98359" y="121638"/>
                  <a:pt x="98359" y="108534"/>
                </a:cubicBezTo>
                <a:cubicBezTo>
                  <a:pt x="98359" y="95431"/>
                  <a:pt x="87721" y="84792"/>
                  <a:pt x="74617" y="84792"/>
                </a:cubicBezTo>
                <a:cubicBezTo>
                  <a:pt x="61514" y="84792"/>
                  <a:pt x="50875" y="95431"/>
                  <a:pt x="50875" y="108534"/>
                </a:cubicBezTo>
                <a:cubicBezTo>
                  <a:pt x="50875" y="121638"/>
                  <a:pt x="61514" y="132276"/>
                  <a:pt x="74617" y="132276"/>
                </a:cubicBezTo>
                <a:close/>
                <a:moveTo>
                  <a:pt x="152626" y="88184"/>
                </a:moveTo>
                <a:cubicBezTo>
                  <a:pt x="146987" y="88184"/>
                  <a:pt x="142451" y="92720"/>
                  <a:pt x="142451" y="98359"/>
                </a:cubicBezTo>
                <a:cubicBezTo>
                  <a:pt x="142451" y="103998"/>
                  <a:pt x="146987" y="108534"/>
                  <a:pt x="152626" y="108534"/>
                </a:cubicBezTo>
                <a:lnTo>
                  <a:pt x="200110" y="108534"/>
                </a:lnTo>
                <a:cubicBezTo>
                  <a:pt x="205748" y="108534"/>
                  <a:pt x="210285" y="103998"/>
                  <a:pt x="210285" y="98359"/>
                </a:cubicBezTo>
                <a:cubicBezTo>
                  <a:pt x="210285" y="92720"/>
                  <a:pt x="205748" y="88184"/>
                  <a:pt x="200110" y="88184"/>
                </a:cubicBezTo>
                <a:lnTo>
                  <a:pt x="152626" y="88184"/>
                </a:lnTo>
                <a:close/>
                <a:moveTo>
                  <a:pt x="152626" y="128884"/>
                </a:moveTo>
                <a:cubicBezTo>
                  <a:pt x="146987" y="128884"/>
                  <a:pt x="142451" y="133421"/>
                  <a:pt x="142451" y="139059"/>
                </a:cubicBezTo>
                <a:cubicBezTo>
                  <a:pt x="142451" y="144698"/>
                  <a:pt x="146987" y="149234"/>
                  <a:pt x="152626" y="149234"/>
                </a:cubicBezTo>
                <a:lnTo>
                  <a:pt x="200110" y="149234"/>
                </a:lnTo>
                <a:cubicBezTo>
                  <a:pt x="205748" y="149234"/>
                  <a:pt x="210285" y="144698"/>
                  <a:pt x="210285" y="139059"/>
                </a:cubicBezTo>
                <a:cubicBezTo>
                  <a:pt x="210285" y="133421"/>
                  <a:pt x="205748" y="128884"/>
                  <a:pt x="200110" y="128884"/>
                </a:cubicBezTo>
                <a:lnTo>
                  <a:pt x="152626" y="12888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994798" y="1769106"/>
            <a:ext cx="2044059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Profile Management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94798" y="2058418"/>
            <a:ext cx="1998837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6A72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 settings &amp; preferences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79772" y="2402222"/>
            <a:ext cx="5254861" cy="397958"/>
          </a:xfrm>
          <a:custGeom>
            <a:avLst/>
            <a:gdLst/>
            <a:ahLst/>
            <a:cxnLst/>
            <a:rect l="l" t="t" r="r" b="b"/>
            <a:pathLst>
              <a:path w="5254861" h="397958">
                <a:moveTo>
                  <a:pt x="72357" y="0"/>
                </a:moveTo>
                <a:lnTo>
                  <a:pt x="5182504" y="0"/>
                </a:lnTo>
                <a:cubicBezTo>
                  <a:pt x="5222465" y="0"/>
                  <a:pt x="5254861" y="32395"/>
                  <a:pt x="5254861" y="72357"/>
                </a:cubicBezTo>
                <a:lnTo>
                  <a:pt x="5254861" y="325602"/>
                </a:lnTo>
                <a:cubicBezTo>
                  <a:pt x="5254861" y="365563"/>
                  <a:pt x="5222465" y="397958"/>
                  <a:pt x="5182504" y="397958"/>
                </a:cubicBezTo>
                <a:lnTo>
                  <a:pt x="72357" y="397958"/>
                </a:lnTo>
                <a:cubicBezTo>
                  <a:pt x="32422" y="397958"/>
                  <a:pt x="0" y="365536"/>
                  <a:pt x="0" y="325602"/>
                </a:cubicBezTo>
                <a:lnTo>
                  <a:pt x="0" y="72357"/>
                </a:lnTo>
                <a:cubicBezTo>
                  <a:pt x="0" y="32422"/>
                  <a:pt x="32422" y="0"/>
                  <a:pt x="72357" y="0"/>
                </a:cubicBezTo>
                <a:close/>
              </a:path>
            </a:pathLst>
          </a:custGeom>
          <a:solidFill>
            <a:srgbClr val="10B981">
              <a:alpha val="5098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06395" y="2528845"/>
            <a:ext cx="144712" cy="144712"/>
          </a:xfrm>
          <a:custGeom>
            <a:avLst/>
            <a:gdLst/>
            <a:ahLst/>
            <a:cxnLst/>
            <a:rect l="l" t="t" r="r" b="b"/>
            <a:pathLst>
              <a:path w="144712" h="144712">
                <a:moveTo>
                  <a:pt x="133293" y="6133"/>
                </a:moveTo>
                <a:cubicBezTo>
                  <a:pt x="127104" y="-57"/>
                  <a:pt x="117098" y="-57"/>
                  <a:pt x="110908" y="6133"/>
                </a:cubicBezTo>
                <a:lnTo>
                  <a:pt x="104012" y="13030"/>
                </a:lnTo>
                <a:lnTo>
                  <a:pt x="131682" y="40700"/>
                </a:lnTo>
                <a:lnTo>
                  <a:pt x="138579" y="33804"/>
                </a:lnTo>
                <a:cubicBezTo>
                  <a:pt x="144769" y="27614"/>
                  <a:pt x="144769" y="17609"/>
                  <a:pt x="138579" y="11419"/>
                </a:cubicBezTo>
                <a:lnTo>
                  <a:pt x="133293" y="6133"/>
                </a:lnTo>
                <a:close/>
                <a:moveTo>
                  <a:pt x="48727" y="68314"/>
                </a:moveTo>
                <a:cubicBezTo>
                  <a:pt x="47003" y="70038"/>
                  <a:pt x="45675" y="72158"/>
                  <a:pt x="44912" y="74504"/>
                </a:cubicBezTo>
                <a:lnTo>
                  <a:pt x="36545" y="99603"/>
                </a:lnTo>
                <a:cubicBezTo>
                  <a:pt x="35726" y="102033"/>
                  <a:pt x="36376" y="104718"/>
                  <a:pt x="38185" y="106556"/>
                </a:cubicBezTo>
                <a:cubicBezTo>
                  <a:pt x="39994" y="108393"/>
                  <a:pt x="42679" y="109015"/>
                  <a:pt x="45138" y="108195"/>
                </a:cubicBezTo>
                <a:lnTo>
                  <a:pt x="70236" y="99829"/>
                </a:lnTo>
                <a:cubicBezTo>
                  <a:pt x="72554" y="99066"/>
                  <a:pt x="74674" y="97737"/>
                  <a:pt x="76426" y="96013"/>
                </a:cubicBezTo>
                <a:lnTo>
                  <a:pt x="122101" y="50282"/>
                </a:lnTo>
                <a:lnTo>
                  <a:pt x="94430" y="22611"/>
                </a:lnTo>
                <a:lnTo>
                  <a:pt x="48727" y="68314"/>
                </a:lnTo>
                <a:close/>
                <a:moveTo>
                  <a:pt x="27134" y="18089"/>
                </a:moveTo>
                <a:cubicBezTo>
                  <a:pt x="12154" y="18089"/>
                  <a:pt x="0" y="30243"/>
                  <a:pt x="0" y="45223"/>
                </a:cubicBezTo>
                <a:lnTo>
                  <a:pt x="0" y="117579"/>
                </a:lnTo>
                <a:cubicBezTo>
                  <a:pt x="0" y="132559"/>
                  <a:pt x="12154" y="144712"/>
                  <a:pt x="27134" y="144712"/>
                </a:cubicBezTo>
                <a:lnTo>
                  <a:pt x="99490" y="144712"/>
                </a:lnTo>
                <a:cubicBezTo>
                  <a:pt x="114470" y="144712"/>
                  <a:pt x="126623" y="132559"/>
                  <a:pt x="126623" y="117579"/>
                </a:cubicBezTo>
                <a:lnTo>
                  <a:pt x="126623" y="90445"/>
                </a:lnTo>
                <a:cubicBezTo>
                  <a:pt x="126623" y="85442"/>
                  <a:pt x="122581" y="81401"/>
                  <a:pt x="117579" y="81401"/>
                </a:cubicBezTo>
                <a:cubicBezTo>
                  <a:pt x="112576" y="81401"/>
                  <a:pt x="108534" y="85442"/>
                  <a:pt x="108534" y="90445"/>
                </a:cubicBezTo>
                <a:lnTo>
                  <a:pt x="108534" y="117579"/>
                </a:lnTo>
                <a:cubicBezTo>
                  <a:pt x="108534" y="122581"/>
                  <a:pt x="104492" y="126623"/>
                  <a:pt x="99490" y="126623"/>
                </a:cubicBezTo>
                <a:lnTo>
                  <a:pt x="27134" y="126623"/>
                </a:lnTo>
                <a:cubicBezTo>
                  <a:pt x="22131" y="126623"/>
                  <a:pt x="18089" y="122581"/>
                  <a:pt x="18089" y="117579"/>
                </a:cubicBezTo>
                <a:lnTo>
                  <a:pt x="18089" y="45223"/>
                </a:lnTo>
                <a:cubicBezTo>
                  <a:pt x="18089" y="40220"/>
                  <a:pt x="22131" y="36178"/>
                  <a:pt x="27134" y="36178"/>
                </a:cubicBezTo>
                <a:lnTo>
                  <a:pt x="54267" y="36178"/>
                </a:lnTo>
                <a:cubicBezTo>
                  <a:pt x="59270" y="36178"/>
                  <a:pt x="63312" y="32136"/>
                  <a:pt x="63312" y="27134"/>
                </a:cubicBezTo>
                <a:cubicBezTo>
                  <a:pt x="63312" y="22131"/>
                  <a:pt x="59270" y="18089"/>
                  <a:pt x="54267" y="18089"/>
                </a:cubicBezTo>
                <a:lnTo>
                  <a:pt x="27134" y="18089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777730" y="2510756"/>
            <a:ext cx="1646101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View &amp; update profile details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79772" y="2872536"/>
            <a:ext cx="5254861" cy="397958"/>
          </a:xfrm>
          <a:custGeom>
            <a:avLst/>
            <a:gdLst/>
            <a:ahLst/>
            <a:cxnLst/>
            <a:rect l="l" t="t" r="r" b="b"/>
            <a:pathLst>
              <a:path w="5254861" h="397958">
                <a:moveTo>
                  <a:pt x="72357" y="0"/>
                </a:moveTo>
                <a:lnTo>
                  <a:pt x="5182504" y="0"/>
                </a:lnTo>
                <a:cubicBezTo>
                  <a:pt x="5222465" y="0"/>
                  <a:pt x="5254861" y="32395"/>
                  <a:pt x="5254861" y="72357"/>
                </a:cubicBezTo>
                <a:lnTo>
                  <a:pt x="5254861" y="325602"/>
                </a:lnTo>
                <a:cubicBezTo>
                  <a:pt x="5254861" y="365563"/>
                  <a:pt x="5222465" y="397958"/>
                  <a:pt x="5182504" y="397958"/>
                </a:cubicBezTo>
                <a:lnTo>
                  <a:pt x="72357" y="397958"/>
                </a:lnTo>
                <a:cubicBezTo>
                  <a:pt x="32422" y="397958"/>
                  <a:pt x="0" y="365536"/>
                  <a:pt x="0" y="325602"/>
                </a:cubicBezTo>
                <a:lnTo>
                  <a:pt x="0" y="72357"/>
                </a:lnTo>
                <a:cubicBezTo>
                  <a:pt x="0" y="32422"/>
                  <a:pt x="32422" y="0"/>
                  <a:pt x="72357" y="0"/>
                </a:cubicBezTo>
                <a:close/>
              </a:path>
            </a:pathLst>
          </a:custGeom>
          <a:solidFill>
            <a:srgbClr val="10B981">
              <a:alpha val="5098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515439" y="2999159"/>
            <a:ext cx="126623" cy="144712"/>
          </a:xfrm>
          <a:custGeom>
            <a:avLst/>
            <a:gdLst/>
            <a:ahLst/>
            <a:cxnLst/>
            <a:rect l="l" t="t" r="r" b="b"/>
            <a:pathLst>
              <a:path w="126623" h="144712">
                <a:moveTo>
                  <a:pt x="63312" y="0"/>
                </a:moveTo>
                <a:cubicBezTo>
                  <a:pt x="58309" y="0"/>
                  <a:pt x="54267" y="4042"/>
                  <a:pt x="54267" y="9045"/>
                </a:cubicBezTo>
                <a:lnTo>
                  <a:pt x="54267" y="9949"/>
                </a:lnTo>
                <a:cubicBezTo>
                  <a:pt x="33634" y="14132"/>
                  <a:pt x="18089" y="32391"/>
                  <a:pt x="18089" y="54267"/>
                </a:cubicBezTo>
                <a:lnTo>
                  <a:pt x="18089" y="60400"/>
                </a:lnTo>
                <a:cubicBezTo>
                  <a:pt x="18089" y="73995"/>
                  <a:pt x="13454" y="87195"/>
                  <a:pt x="4974" y="97822"/>
                </a:cubicBezTo>
                <a:lnTo>
                  <a:pt x="2205" y="101270"/>
                </a:lnTo>
                <a:cubicBezTo>
                  <a:pt x="763" y="103051"/>
                  <a:pt x="0" y="105255"/>
                  <a:pt x="0" y="107545"/>
                </a:cubicBezTo>
                <a:cubicBezTo>
                  <a:pt x="0" y="113085"/>
                  <a:pt x="4494" y="117579"/>
                  <a:pt x="10034" y="117579"/>
                </a:cubicBezTo>
                <a:lnTo>
                  <a:pt x="116561" y="117579"/>
                </a:lnTo>
                <a:cubicBezTo>
                  <a:pt x="122101" y="117579"/>
                  <a:pt x="126595" y="113085"/>
                  <a:pt x="126595" y="107545"/>
                </a:cubicBezTo>
                <a:cubicBezTo>
                  <a:pt x="126595" y="105255"/>
                  <a:pt x="125832" y="103051"/>
                  <a:pt x="124390" y="101270"/>
                </a:cubicBezTo>
                <a:lnTo>
                  <a:pt x="121620" y="97822"/>
                </a:lnTo>
                <a:cubicBezTo>
                  <a:pt x="113169" y="87195"/>
                  <a:pt x="108534" y="73995"/>
                  <a:pt x="108534" y="60400"/>
                </a:cubicBezTo>
                <a:lnTo>
                  <a:pt x="108534" y="54267"/>
                </a:lnTo>
                <a:cubicBezTo>
                  <a:pt x="108534" y="32391"/>
                  <a:pt x="92989" y="14132"/>
                  <a:pt x="72356" y="9949"/>
                </a:cubicBezTo>
                <a:lnTo>
                  <a:pt x="72356" y="9045"/>
                </a:lnTo>
                <a:cubicBezTo>
                  <a:pt x="72356" y="4042"/>
                  <a:pt x="68314" y="0"/>
                  <a:pt x="63312" y="0"/>
                </a:cubicBezTo>
                <a:close/>
                <a:moveTo>
                  <a:pt x="45788" y="131145"/>
                </a:moveTo>
                <a:cubicBezTo>
                  <a:pt x="47795" y="138946"/>
                  <a:pt x="54889" y="144712"/>
                  <a:pt x="63312" y="144712"/>
                </a:cubicBezTo>
                <a:cubicBezTo>
                  <a:pt x="71734" y="144712"/>
                  <a:pt x="78829" y="138946"/>
                  <a:pt x="80835" y="131145"/>
                </a:cubicBezTo>
                <a:lnTo>
                  <a:pt x="45788" y="131145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6777730" y="2981070"/>
            <a:ext cx="1374766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Notification preferences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79772" y="3342851"/>
            <a:ext cx="5254861" cy="397958"/>
          </a:xfrm>
          <a:custGeom>
            <a:avLst/>
            <a:gdLst/>
            <a:ahLst/>
            <a:cxnLst/>
            <a:rect l="l" t="t" r="r" b="b"/>
            <a:pathLst>
              <a:path w="5254861" h="397958">
                <a:moveTo>
                  <a:pt x="72357" y="0"/>
                </a:moveTo>
                <a:lnTo>
                  <a:pt x="5182504" y="0"/>
                </a:lnTo>
                <a:cubicBezTo>
                  <a:pt x="5222465" y="0"/>
                  <a:pt x="5254861" y="32395"/>
                  <a:pt x="5254861" y="72357"/>
                </a:cubicBezTo>
                <a:lnTo>
                  <a:pt x="5254861" y="325602"/>
                </a:lnTo>
                <a:cubicBezTo>
                  <a:pt x="5254861" y="365563"/>
                  <a:pt x="5222465" y="397958"/>
                  <a:pt x="5182504" y="397958"/>
                </a:cubicBezTo>
                <a:lnTo>
                  <a:pt x="72357" y="397958"/>
                </a:lnTo>
                <a:cubicBezTo>
                  <a:pt x="32422" y="397958"/>
                  <a:pt x="0" y="365536"/>
                  <a:pt x="0" y="325602"/>
                </a:cubicBezTo>
                <a:lnTo>
                  <a:pt x="0" y="72357"/>
                </a:lnTo>
                <a:cubicBezTo>
                  <a:pt x="0" y="32422"/>
                  <a:pt x="32422" y="0"/>
                  <a:pt x="72357" y="0"/>
                </a:cubicBezTo>
                <a:close/>
              </a:path>
            </a:pathLst>
          </a:custGeom>
          <a:solidFill>
            <a:srgbClr val="10B981">
              <a:alpha val="5098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06395" y="3469474"/>
            <a:ext cx="144712" cy="144712"/>
          </a:xfrm>
          <a:custGeom>
            <a:avLst/>
            <a:gdLst/>
            <a:ahLst/>
            <a:cxnLst/>
            <a:rect l="l" t="t" r="r" b="b"/>
            <a:pathLst>
              <a:path w="144712" h="144712">
                <a:moveTo>
                  <a:pt x="40785" y="0"/>
                </a:moveTo>
                <a:lnTo>
                  <a:pt x="104097" y="0"/>
                </a:lnTo>
                <a:cubicBezTo>
                  <a:pt x="111587" y="0"/>
                  <a:pt x="117692" y="6162"/>
                  <a:pt x="117409" y="13623"/>
                </a:cubicBezTo>
                <a:cubicBezTo>
                  <a:pt x="117353" y="15121"/>
                  <a:pt x="117296" y="16619"/>
                  <a:pt x="117211" y="18089"/>
                </a:cubicBezTo>
                <a:lnTo>
                  <a:pt x="131230" y="18089"/>
                </a:lnTo>
                <a:cubicBezTo>
                  <a:pt x="138607" y="18089"/>
                  <a:pt x="145108" y="24194"/>
                  <a:pt x="144543" y="32165"/>
                </a:cubicBezTo>
                <a:cubicBezTo>
                  <a:pt x="142423" y="61474"/>
                  <a:pt x="127443" y="77585"/>
                  <a:pt x="111191" y="86008"/>
                </a:cubicBezTo>
                <a:cubicBezTo>
                  <a:pt x="106725" y="88325"/>
                  <a:pt x="102175" y="90049"/>
                  <a:pt x="97850" y="91321"/>
                </a:cubicBezTo>
                <a:cubicBezTo>
                  <a:pt x="92141" y="99405"/>
                  <a:pt x="86205" y="103673"/>
                  <a:pt x="81485" y="105962"/>
                </a:cubicBezTo>
                <a:lnTo>
                  <a:pt x="81485" y="126623"/>
                </a:lnTo>
                <a:lnTo>
                  <a:pt x="99574" y="126623"/>
                </a:lnTo>
                <a:cubicBezTo>
                  <a:pt x="104577" y="126623"/>
                  <a:pt x="108619" y="130665"/>
                  <a:pt x="108619" y="135668"/>
                </a:cubicBezTo>
                <a:cubicBezTo>
                  <a:pt x="108619" y="140670"/>
                  <a:pt x="104577" y="144712"/>
                  <a:pt x="99574" y="144712"/>
                </a:cubicBezTo>
                <a:lnTo>
                  <a:pt x="45307" y="144712"/>
                </a:lnTo>
                <a:cubicBezTo>
                  <a:pt x="40305" y="144712"/>
                  <a:pt x="36263" y="140670"/>
                  <a:pt x="36263" y="135668"/>
                </a:cubicBezTo>
                <a:cubicBezTo>
                  <a:pt x="36263" y="130665"/>
                  <a:pt x="40305" y="126623"/>
                  <a:pt x="45307" y="126623"/>
                </a:cubicBezTo>
                <a:lnTo>
                  <a:pt x="63396" y="126623"/>
                </a:lnTo>
                <a:lnTo>
                  <a:pt x="63396" y="105962"/>
                </a:lnTo>
                <a:cubicBezTo>
                  <a:pt x="58874" y="103786"/>
                  <a:pt x="53250" y="99744"/>
                  <a:pt x="47766" y="92311"/>
                </a:cubicBezTo>
                <a:cubicBezTo>
                  <a:pt x="42566" y="90954"/>
                  <a:pt x="36913" y="88891"/>
                  <a:pt x="31401" y="85782"/>
                </a:cubicBezTo>
                <a:cubicBezTo>
                  <a:pt x="16111" y="77218"/>
                  <a:pt x="2318" y="61079"/>
                  <a:pt x="339" y="32108"/>
                </a:cubicBezTo>
                <a:cubicBezTo>
                  <a:pt x="-198" y="24166"/>
                  <a:pt x="6275" y="18061"/>
                  <a:pt x="13652" y="18061"/>
                </a:cubicBezTo>
                <a:lnTo>
                  <a:pt x="27671" y="18061"/>
                </a:lnTo>
                <a:cubicBezTo>
                  <a:pt x="27586" y="16591"/>
                  <a:pt x="27529" y="15121"/>
                  <a:pt x="27473" y="13595"/>
                </a:cubicBezTo>
                <a:cubicBezTo>
                  <a:pt x="27190" y="6105"/>
                  <a:pt x="33295" y="-28"/>
                  <a:pt x="40785" y="-28"/>
                </a:cubicBezTo>
                <a:close/>
                <a:moveTo>
                  <a:pt x="28688" y="31656"/>
                </a:moveTo>
                <a:lnTo>
                  <a:pt x="13878" y="31656"/>
                </a:lnTo>
                <a:cubicBezTo>
                  <a:pt x="15630" y="55595"/>
                  <a:pt x="26625" y="67579"/>
                  <a:pt x="37959" y="73939"/>
                </a:cubicBezTo>
                <a:cubicBezTo>
                  <a:pt x="33889" y="63396"/>
                  <a:pt x="30525" y="49632"/>
                  <a:pt x="28688" y="31656"/>
                </a:cubicBezTo>
                <a:close/>
                <a:moveTo>
                  <a:pt x="107404" y="72582"/>
                </a:moveTo>
                <a:cubicBezTo>
                  <a:pt x="118851" y="65855"/>
                  <a:pt x="129195" y="53900"/>
                  <a:pt x="130948" y="31656"/>
                </a:cubicBezTo>
                <a:lnTo>
                  <a:pt x="116165" y="31656"/>
                </a:lnTo>
                <a:cubicBezTo>
                  <a:pt x="114413" y="48869"/>
                  <a:pt x="111247" y="62238"/>
                  <a:pt x="107404" y="7258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6777730" y="3451385"/>
            <a:ext cx="2134504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Achievements &amp; account deactivation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9016" y="4124296"/>
            <a:ext cx="5631112" cy="2366044"/>
          </a:xfrm>
          <a:custGeom>
            <a:avLst/>
            <a:gdLst/>
            <a:ahLst/>
            <a:cxnLst/>
            <a:rect l="l" t="t" r="r" b="b"/>
            <a:pathLst>
              <a:path w="5631112" h="2366044">
                <a:moveTo>
                  <a:pt x="144707" y="0"/>
                </a:moveTo>
                <a:lnTo>
                  <a:pt x="5486405" y="0"/>
                </a:lnTo>
                <a:cubicBezTo>
                  <a:pt x="5566325" y="0"/>
                  <a:pt x="5631112" y="64788"/>
                  <a:pt x="5631112" y="144707"/>
                </a:cubicBezTo>
                <a:lnTo>
                  <a:pt x="5631112" y="2221337"/>
                </a:lnTo>
                <a:cubicBezTo>
                  <a:pt x="5631112" y="2301256"/>
                  <a:pt x="5566325" y="2366044"/>
                  <a:pt x="5486405" y="2366044"/>
                </a:cubicBezTo>
                <a:lnTo>
                  <a:pt x="144707" y="2366044"/>
                </a:lnTo>
                <a:cubicBezTo>
                  <a:pt x="64841" y="2366044"/>
                  <a:pt x="0" y="2301203"/>
                  <a:pt x="0" y="2221337"/>
                </a:cubicBezTo>
                <a:lnTo>
                  <a:pt x="0" y="144707"/>
                </a:lnTo>
                <a:cubicBezTo>
                  <a:pt x="0" y="64841"/>
                  <a:pt x="64841" y="0"/>
                  <a:pt x="144707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F59E0B">
                <a:alpha val="20000"/>
              </a:srgbClr>
            </a:solidFill>
            <a:prstDash val="solid"/>
          </a:ln>
          <a:effectLst>
            <a:outerShdw sx="100000" sy="100000" kx="0" ky="0" algn="bl" rotWithShape="0" blurRad="27134" dist="9045" dir="540000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57142" y="4312423"/>
            <a:ext cx="506493" cy="506493"/>
          </a:xfrm>
          <a:custGeom>
            <a:avLst/>
            <a:gdLst/>
            <a:ahLst/>
            <a:cxnLst/>
            <a:rect l="l" t="t" r="r" b="b"/>
            <a:pathLst>
              <a:path w="506493" h="506493">
                <a:moveTo>
                  <a:pt x="108536" y="0"/>
                </a:moveTo>
                <a:lnTo>
                  <a:pt x="397956" y="0"/>
                </a:lnTo>
                <a:cubicBezTo>
                  <a:pt x="457859" y="0"/>
                  <a:pt x="506493" y="48633"/>
                  <a:pt x="506493" y="108536"/>
                </a:cubicBezTo>
                <a:lnTo>
                  <a:pt x="506493" y="397956"/>
                </a:lnTo>
                <a:cubicBezTo>
                  <a:pt x="506493" y="457859"/>
                  <a:pt x="457859" y="506493"/>
                  <a:pt x="397956" y="506493"/>
                </a:cubicBezTo>
                <a:lnTo>
                  <a:pt x="108536" y="506493"/>
                </a:lnTo>
                <a:cubicBezTo>
                  <a:pt x="48633" y="506493"/>
                  <a:pt x="0" y="457859"/>
                  <a:pt x="0" y="397956"/>
                </a:cubicBezTo>
                <a:lnTo>
                  <a:pt x="0" y="108536"/>
                </a:lnTo>
                <a:cubicBezTo>
                  <a:pt x="0" y="48633"/>
                  <a:pt x="48633" y="0"/>
                  <a:pt x="108536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/>
              </a:gs>
              <a:gs pos="100000">
                <a:srgbClr val="D97706"/>
              </a:gs>
            </a:gsLst>
            <a:lin ang="2700000" scaled="1"/>
          </a:gradFill>
          <a:ln/>
        </p:spPr>
      </p:sp>
      <p:sp>
        <p:nvSpPr>
          <p:cNvPr id="35" name="Shape 33"/>
          <p:cNvSpPr/>
          <p:nvPr/>
        </p:nvSpPr>
        <p:spPr>
          <a:xfrm>
            <a:off x="701854" y="4457135"/>
            <a:ext cx="217068" cy="217068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102175" y="36927"/>
                </a:moveTo>
                <a:lnTo>
                  <a:pt x="108534" y="45703"/>
                </a:lnTo>
                <a:lnTo>
                  <a:pt x="114894" y="36927"/>
                </a:lnTo>
                <a:cubicBezTo>
                  <a:pt x="125493" y="22258"/>
                  <a:pt x="142536" y="13567"/>
                  <a:pt x="160639" y="13567"/>
                </a:cubicBezTo>
                <a:cubicBezTo>
                  <a:pt x="191800" y="13567"/>
                  <a:pt x="217068" y="38835"/>
                  <a:pt x="217068" y="69996"/>
                </a:cubicBezTo>
                <a:lnTo>
                  <a:pt x="217068" y="71098"/>
                </a:lnTo>
                <a:cubicBezTo>
                  <a:pt x="217068" y="118667"/>
                  <a:pt x="157756" y="173909"/>
                  <a:pt x="126807" y="197524"/>
                </a:cubicBezTo>
                <a:cubicBezTo>
                  <a:pt x="121550" y="201509"/>
                  <a:pt x="115106" y="203501"/>
                  <a:pt x="108534" y="203501"/>
                </a:cubicBezTo>
                <a:cubicBezTo>
                  <a:pt x="101963" y="203501"/>
                  <a:pt x="95476" y="201551"/>
                  <a:pt x="90261" y="197524"/>
                </a:cubicBezTo>
                <a:cubicBezTo>
                  <a:pt x="59312" y="173909"/>
                  <a:pt x="0" y="118667"/>
                  <a:pt x="0" y="71098"/>
                </a:cubicBezTo>
                <a:lnTo>
                  <a:pt x="0" y="69996"/>
                </a:lnTo>
                <a:cubicBezTo>
                  <a:pt x="0" y="38835"/>
                  <a:pt x="25268" y="13567"/>
                  <a:pt x="56429" y="13567"/>
                </a:cubicBezTo>
                <a:cubicBezTo>
                  <a:pt x="74532" y="13567"/>
                  <a:pt x="91576" y="22258"/>
                  <a:pt x="102175" y="3692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1172169" y="4330512"/>
            <a:ext cx="1790813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Mood Tracking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72169" y="4619824"/>
            <a:ext cx="1745591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6A72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Emotional wellness monitoring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57142" y="4963628"/>
            <a:ext cx="5254861" cy="397958"/>
          </a:xfrm>
          <a:custGeom>
            <a:avLst/>
            <a:gdLst/>
            <a:ahLst/>
            <a:cxnLst/>
            <a:rect l="l" t="t" r="r" b="b"/>
            <a:pathLst>
              <a:path w="5254861" h="397958">
                <a:moveTo>
                  <a:pt x="72357" y="0"/>
                </a:moveTo>
                <a:lnTo>
                  <a:pt x="5182504" y="0"/>
                </a:lnTo>
                <a:cubicBezTo>
                  <a:pt x="5222465" y="0"/>
                  <a:pt x="5254861" y="32395"/>
                  <a:pt x="5254861" y="72357"/>
                </a:cubicBezTo>
                <a:lnTo>
                  <a:pt x="5254861" y="325602"/>
                </a:lnTo>
                <a:cubicBezTo>
                  <a:pt x="5254861" y="365563"/>
                  <a:pt x="5222465" y="397958"/>
                  <a:pt x="5182504" y="397958"/>
                </a:cubicBezTo>
                <a:lnTo>
                  <a:pt x="72357" y="397958"/>
                </a:lnTo>
                <a:cubicBezTo>
                  <a:pt x="32422" y="397958"/>
                  <a:pt x="0" y="365536"/>
                  <a:pt x="0" y="325602"/>
                </a:cubicBezTo>
                <a:lnTo>
                  <a:pt x="0" y="72357"/>
                </a:lnTo>
                <a:cubicBezTo>
                  <a:pt x="0" y="32422"/>
                  <a:pt x="32422" y="0"/>
                  <a:pt x="72357" y="0"/>
                </a:cubicBezTo>
                <a:close/>
              </a:path>
            </a:pathLst>
          </a:custGeom>
          <a:solidFill>
            <a:srgbClr val="F59E0B">
              <a:alpha val="5098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83765" y="5090251"/>
            <a:ext cx="144712" cy="144712"/>
          </a:xfrm>
          <a:custGeom>
            <a:avLst/>
            <a:gdLst/>
            <a:ahLst/>
            <a:cxnLst/>
            <a:rect l="l" t="t" r="r" b="b"/>
            <a:pathLst>
              <a:path w="144712" h="144712">
                <a:moveTo>
                  <a:pt x="72356" y="144712"/>
                </a:moveTo>
                <a:cubicBezTo>
                  <a:pt x="112290" y="144712"/>
                  <a:pt x="144712" y="112290"/>
                  <a:pt x="144712" y="72356"/>
                </a:cubicBezTo>
                <a:cubicBezTo>
                  <a:pt x="144712" y="32422"/>
                  <a:pt x="112290" y="0"/>
                  <a:pt x="72356" y="0"/>
                </a:cubicBezTo>
                <a:cubicBezTo>
                  <a:pt x="32422" y="0"/>
                  <a:pt x="0" y="32422"/>
                  <a:pt x="0" y="72356"/>
                </a:cubicBezTo>
                <a:cubicBezTo>
                  <a:pt x="0" y="112290"/>
                  <a:pt x="32422" y="144712"/>
                  <a:pt x="72356" y="144712"/>
                </a:cubicBezTo>
                <a:close/>
                <a:moveTo>
                  <a:pt x="65573" y="97228"/>
                </a:moveTo>
                <a:lnTo>
                  <a:pt x="65573" y="79139"/>
                </a:lnTo>
                <a:lnTo>
                  <a:pt x="47484" y="79139"/>
                </a:lnTo>
                <a:cubicBezTo>
                  <a:pt x="43725" y="79139"/>
                  <a:pt x="40700" y="76115"/>
                  <a:pt x="40700" y="72356"/>
                </a:cubicBezTo>
                <a:cubicBezTo>
                  <a:pt x="40700" y="68597"/>
                  <a:pt x="43725" y="65573"/>
                  <a:pt x="47484" y="65573"/>
                </a:cubicBezTo>
                <a:lnTo>
                  <a:pt x="65573" y="65573"/>
                </a:lnTo>
                <a:lnTo>
                  <a:pt x="65573" y="47484"/>
                </a:lnTo>
                <a:cubicBezTo>
                  <a:pt x="65573" y="43725"/>
                  <a:pt x="68597" y="40700"/>
                  <a:pt x="72356" y="40700"/>
                </a:cubicBezTo>
                <a:cubicBezTo>
                  <a:pt x="76115" y="40700"/>
                  <a:pt x="79139" y="43725"/>
                  <a:pt x="79139" y="47484"/>
                </a:cubicBezTo>
                <a:lnTo>
                  <a:pt x="79139" y="65573"/>
                </a:lnTo>
                <a:lnTo>
                  <a:pt x="97228" y="65573"/>
                </a:lnTo>
                <a:cubicBezTo>
                  <a:pt x="100988" y="65573"/>
                  <a:pt x="104012" y="68597"/>
                  <a:pt x="104012" y="72356"/>
                </a:cubicBezTo>
                <a:cubicBezTo>
                  <a:pt x="104012" y="76115"/>
                  <a:pt x="100988" y="79139"/>
                  <a:pt x="97228" y="79139"/>
                </a:cubicBezTo>
                <a:lnTo>
                  <a:pt x="79139" y="79139"/>
                </a:lnTo>
                <a:lnTo>
                  <a:pt x="79139" y="97228"/>
                </a:lnTo>
                <a:cubicBezTo>
                  <a:pt x="79139" y="100988"/>
                  <a:pt x="76115" y="104012"/>
                  <a:pt x="72356" y="104012"/>
                </a:cubicBezTo>
                <a:cubicBezTo>
                  <a:pt x="68597" y="104012"/>
                  <a:pt x="65573" y="100988"/>
                  <a:pt x="65573" y="9722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955100" y="5072162"/>
            <a:ext cx="1836036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mood entries with details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57142" y="5433942"/>
            <a:ext cx="5254861" cy="397958"/>
          </a:xfrm>
          <a:custGeom>
            <a:avLst/>
            <a:gdLst/>
            <a:ahLst/>
            <a:cxnLst/>
            <a:rect l="l" t="t" r="r" b="b"/>
            <a:pathLst>
              <a:path w="5254861" h="397958">
                <a:moveTo>
                  <a:pt x="72357" y="0"/>
                </a:moveTo>
                <a:lnTo>
                  <a:pt x="5182504" y="0"/>
                </a:lnTo>
                <a:cubicBezTo>
                  <a:pt x="5222465" y="0"/>
                  <a:pt x="5254861" y="32395"/>
                  <a:pt x="5254861" y="72357"/>
                </a:cubicBezTo>
                <a:lnTo>
                  <a:pt x="5254861" y="325602"/>
                </a:lnTo>
                <a:cubicBezTo>
                  <a:pt x="5254861" y="365563"/>
                  <a:pt x="5222465" y="397958"/>
                  <a:pt x="5182504" y="397958"/>
                </a:cubicBezTo>
                <a:lnTo>
                  <a:pt x="72357" y="397958"/>
                </a:lnTo>
                <a:cubicBezTo>
                  <a:pt x="32422" y="397958"/>
                  <a:pt x="0" y="365536"/>
                  <a:pt x="0" y="325602"/>
                </a:cubicBezTo>
                <a:lnTo>
                  <a:pt x="0" y="72357"/>
                </a:lnTo>
                <a:cubicBezTo>
                  <a:pt x="0" y="32422"/>
                  <a:pt x="32422" y="0"/>
                  <a:pt x="72357" y="0"/>
                </a:cubicBezTo>
                <a:close/>
              </a:path>
            </a:pathLst>
          </a:custGeom>
          <a:solidFill>
            <a:srgbClr val="F59E0B">
              <a:alpha val="5098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74720" y="5560565"/>
            <a:ext cx="162801" cy="144712"/>
          </a:xfrm>
          <a:custGeom>
            <a:avLst/>
            <a:gdLst/>
            <a:ahLst/>
            <a:cxnLst/>
            <a:rect l="l" t="t" r="r" b="b"/>
            <a:pathLst>
              <a:path w="162801" h="144712">
                <a:moveTo>
                  <a:pt x="81401" y="18089"/>
                </a:moveTo>
                <a:cubicBezTo>
                  <a:pt x="111361" y="18089"/>
                  <a:pt x="135668" y="42396"/>
                  <a:pt x="135668" y="72356"/>
                </a:cubicBezTo>
                <a:cubicBezTo>
                  <a:pt x="135668" y="102316"/>
                  <a:pt x="111361" y="126623"/>
                  <a:pt x="81401" y="126623"/>
                </a:cubicBezTo>
                <a:cubicBezTo>
                  <a:pt x="62972" y="126623"/>
                  <a:pt x="46664" y="117437"/>
                  <a:pt x="36856" y="103362"/>
                </a:cubicBezTo>
                <a:cubicBezTo>
                  <a:pt x="34002" y="99264"/>
                  <a:pt x="28349" y="98274"/>
                  <a:pt x="24251" y="101129"/>
                </a:cubicBezTo>
                <a:cubicBezTo>
                  <a:pt x="20152" y="103984"/>
                  <a:pt x="19163" y="109636"/>
                  <a:pt x="22018" y="113735"/>
                </a:cubicBezTo>
                <a:cubicBezTo>
                  <a:pt x="35076" y="132446"/>
                  <a:pt x="56811" y="144712"/>
                  <a:pt x="81401" y="144712"/>
                </a:cubicBezTo>
                <a:cubicBezTo>
                  <a:pt x="121366" y="144712"/>
                  <a:pt x="153757" y="112322"/>
                  <a:pt x="153757" y="72356"/>
                </a:cubicBezTo>
                <a:cubicBezTo>
                  <a:pt x="153757" y="32391"/>
                  <a:pt x="121366" y="0"/>
                  <a:pt x="81401" y="0"/>
                </a:cubicBezTo>
                <a:cubicBezTo>
                  <a:pt x="57178" y="0"/>
                  <a:pt x="35754" y="11899"/>
                  <a:pt x="22611" y="30158"/>
                </a:cubicBezTo>
                <a:lnTo>
                  <a:pt x="22611" y="22611"/>
                </a:lnTo>
                <a:cubicBezTo>
                  <a:pt x="22611" y="17609"/>
                  <a:pt x="18570" y="13567"/>
                  <a:pt x="13567" y="13567"/>
                </a:cubicBezTo>
                <a:cubicBezTo>
                  <a:pt x="8564" y="13567"/>
                  <a:pt x="4522" y="17609"/>
                  <a:pt x="4522" y="22611"/>
                </a:cubicBezTo>
                <a:lnTo>
                  <a:pt x="4522" y="54267"/>
                </a:lnTo>
                <a:cubicBezTo>
                  <a:pt x="4522" y="59270"/>
                  <a:pt x="8564" y="63312"/>
                  <a:pt x="13567" y="63312"/>
                </a:cubicBezTo>
                <a:lnTo>
                  <a:pt x="20520" y="63312"/>
                </a:lnTo>
                <a:cubicBezTo>
                  <a:pt x="20661" y="63312"/>
                  <a:pt x="20802" y="63312"/>
                  <a:pt x="20944" y="63312"/>
                </a:cubicBezTo>
                <a:lnTo>
                  <a:pt x="45251" y="63312"/>
                </a:lnTo>
                <a:cubicBezTo>
                  <a:pt x="50254" y="63312"/>
                  <a:pt x="54295" y="59270"/>
                  <a:pt x="54295" y="54267"/>
                </a:cubicBezTo>
                <a:cubicBezTo>
                  <a:pt x="54295" y="49264"/>
                  <a:pt x="50254" y="45223"/>
                  <a:pt x="45251" y="45223"/>
                </a:cubicBezTo>
                <a:lnTo>
                  <a:pt x="34426" y="45223"/>
                </a:lnTo>
                <a:cubicBezTo>
                  <a:pt x="43781" y="28999"/>
                  <a:pt x="61333" y="18089"/>
                  <a:pt x="81401" y="18089"/>
                </a:cubicBezTo>
                <a:close/>
                <a:moveTo>
                  <a:pt x="88184" y="42961"/>
                </a:moveTo>
                <a:cubicBezTo>
                  <a:pt x="88184" y="39202"/>
                  <a:pt x="85160" y="36178"/>
                  <a:pt x="81401" y="36178"/>
                </a:cubicBezTo>
                <a:cubicBezTo>
                  <a:pt x="77641" y="36178"/>
                  <a:pt x="74617" y="39202"/>
                  <a:pt x="74617" y="42961"/>
                </a:cubicBezTo>
                <a:lnTo>
                  <a:pt x="74617" y="72356"/>
                </a:lnTo>
                <a:cubicBezTo>
                  <a:pt x="74617" y="74165"/>
                  <a:pt x="75324" y="75889"/>
                  <a:pt x="76596" y="77161"/>
                </a:cubicBezTo>
                <a:lnTo>
                  <a:pt x="96946" y="97511"/>
                </a:lnTo>
                <a:cubicBezTo>
                  <a:pt x="99603" y="100168"/>
                  <a:pt x="103899" y="100168"/>
                  <a:pt x="106527" y="97511"/>
                </a:cubicBezTo>
                <a:cubicBezTo>
                  <a:pt x="109156" y="94854"/>
                  <a:pt x="109184" y="90558"/>
                  <a:pt x="106527" y="87930"/>
                </a:cubicBezTo>
                <a:lnTo>
                  <a:pt x="88156" y="69558"/>
                </a:lnTo>
                <a:lnTo>
                  <a:pt x="88156" y="42961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955100" y="5542476"/>
            <a:ext cx="2044059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 history &amp; fetch today's entry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57142" y="5904257"/>
            <a:ext cx="5254861" cy="397958"/>
          </a:xfrm>
          <a:custGeom>
            <a:avLst/>
            <a:gdLst/>
            <a:ahLst/>
            <a:cxnLst/>
            <a:rect l="l" t="t" r="r" b="b"/>
            <a:pathLst>
              <a:path w="5254861" h="397958">
                <a:moveTo>
                  <a:pt x="72357" y="0"/>
                </a:moveTo>
                <a:lnTo>
                  <a:pt x="5182504" y="0"/>
                </a:lnTo>
                <a:cubicBezTo>
                  <a:pt x="5222465" y="0"/>
                  <a:pt x="5254861" y="32395"/>
                  <a:pt x="5254861" y="72357"/>
                </a:cubicBezTo>
                <a:lnTo>
                  <a:pt x="5254861" y="325602"/>
                </a:lnTo>
                <a:cubicBezTo>
                  <a:pt x="5254861" y="365563"/>
                  <a:pt x="5222465" y="397958"/>
                  <a:pt x="5182504" y="397958"/>
                </a:cubicBezTo>
                <a:lnTo>
                  <a:pt x="72357" y="397958"/>
                </a:lnTo>
                <a:cubicBezTo>
                  <a:pt x="32422" y="397958"/>
                  <a:pt x="0" y="365536"/>
                  <a:pt x="0" y="325602"/>
                </a:cubicBezTo>
                <a:lnTo>
                  <a:pt x="0" y="72357"/>
                </a:lnTo>
                <a:cubicBezTo>
                  <a:pt x="0" y="32422"/>
                  <a:pt x="32422" y="0"/>
                  <a:pt x="72357" y="0"/>
                </a:cubicBezTo>
                <a:close/>
              </a:path>
            </a:pathLst>
          </a:custGeom>
          <a:solidFill>
            <a:srgbClr val="F59E0B">
              <a:alpha val="5098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74720" y="6030880"/>
            <a:ext cx="162801" cy="144712"/>
          </a:xfrm>
          <a:custGeom>
            <a:avLst/>
            <a:gdLst/>
            <a:ahLst/>
            <a:cxnLst/>
            <a:rect l="l" t="t" r="r" b="b"/>
            <a:pathLst>
              <a:path w="162801" h="144712">
                <a:moveTo>
                  <a:pt x="144825" y="67834"/>
                </a:moveTo>
                <a:lnTo>
                  <a:pt x="95080" y="67834"/>
                </a:lnTo>
                <a:cubicBezTo>
                  <a:pt x="90078" y="67834"/>
                  <a:pt x="86036" y="63792"/>
                  <a:pt x="86036" y="58789"/>
                </a:cubicBezTo>
                <a:lnTo>
                  <a:pt x="86036" y="9045"/>
                </a:lnTo>
                <a:cubicBezTo>
                  <a:pt x="86036" y="4042"/>
                  <a:pt x="90106" y="-57"/>
                  <a:pt x="95052" y="594"/>
                </a:cubicBezTo>
                <a:cubicBezTo>
                  <a:pt x="125295" y="4607"/>
                  <a:pt x="149263" y="28575"/>
                  <a:pt x="153276" y="58818"/>
                </a:cubicBezTo>
                <a:cubicBezTo>
                  <a:pt x="153926" y="63764"/>
                  <a:pt x="149828" y="67834"/>
                  <a:pt x="144825" y="67834"/>
                </a:cubicBezTo>
                <a:close/>
                <a:moveTo>
                  <a:pt x="62916" y="10514"/>
                </a:moveTo>
                <a:cubicBezTo>
                  <a:pt x="68032" y="9440"/>
                  <a:pt x="72469" y="13623"/>
                  <a:pt x="72469" y="18852"/>
                </a:cubicBezTo>
                <a:lnTo>
                  <a:pt x="72469" y="74617"/>
                </a:lnTo>
                <a:cubicBezTo>
                  <a:pt x="72469" y="76200"/>
                  <a:pt x="73034" y="77726"/>
                  <a:pt x="74024" y="78942"/>
                </a:cubicBezTo>
                <a:lnTo>
                  <a:pt x="111361" y="123995"/>
                </a:lnTo>
                <a:cubicBezTo>
                  <a:pt x="114667" y="127980"/>
                  <a:pt x="113961" y="134000"/>
                  <a:pt x="109410" y="136459"/>
                </a:cubicBezTo>
                <a:cubicBezTo>
                  <a:pt x="99772" y="141716"/>
                  <a:pt x="88721" y="144712"/>
                  <a:pt x="76991" y="144712"/>
                </a:cubicBezTo>
                <a:cubicBezTo>
                  <a:pt x="39541" y="144712"/>
                  <a:pt x="9158" y="114328"/>
                  <a:pt x="9158" y="76878"/>
                </a:cubicBezTo>
                <a:cubicBezTo>
                  <a:pt x="9158" y="44233"/>
                  <a:pt x="32193" y="16987"/>
                  <a:pt x="62916" y="10514"/>
                </a:cubicBezTo>
                <a:close/>
                <a:moveTo>
                  <a:pt x="135046" y="81401"/>
                </a:moveTo>
                <a:lnTo>
                  <a:pt x="153135" y="81401"/>
                </a:lnTo>
                <a:cubicBezTo>
                  <a:pt x="158364" y="81401"/>
                  <a:pt x="162547" y="85838"/>
                  <a:pt x="161473" y="90954"/>
                </a:cubicBezTo>
                <a:cubicBezTo>
                  <a:pt x="158590" y="104634"/>
                  <a:pt x="151580" y="116787"/>
                  <a:pt x="141801" y="126058"/>
                </a:cubicBezTo>
                <a:cubicBezTo>
                  <a:pt x="138324" y="129365"/>
                  <a:pt x="132870" y="128658"/>
                  <a:pt x="129817" y="124956"/>
                </a:cubicBezTo>
                <a:lnTo>
                  <a:pt x="105962" y="96211"/>
                </a:lnTo>
                <a:cubicBezTo>
                  <a:pt x="101072" y="90304"/>
                  <a:pt x="105284" y="81401"/>
                  <a:pt x="112915" y="81401"/>
                </a:cubicBezTo>
                <a:lnTo>
                  <a:pt x="135018" y="81401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6" name="Text 44"/>
          <p:cNvSpPr/>
          <p:nvPr/>
        </p:nvSpPr>
        <p:spPr>
          <a:xfrm>
            <a:off x="955100" y="6012791"/>
            <a:ext cx="2007881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Update/delete entries &amp; summaries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91646" y="4124296"/>
            <a:ext cx="5631112" cy="2366044"/>
          </a:xfrm>
          <a:custGeom>
            <a:avLst/>
            <a:gdLst/>
            <a:ahLst/>
            <a:cxnLst/>
            <a:rect l="l" t="t" r="r" b="b"/>
            <a:pathLst>
              <a:path w="5631112" h="2366044">
                <a:moveTo>
                  <a:pt x="144707" y="0"/>
                </a:moveTo>
                <a:lnTo>
                  <a:pt x="5486405" y="0"/>
                </a:lnTo>
                <a:cubicBezTo>
                  <a:pt x="5566325" y="0"/>
                  <a:pt x="5631112" y="64788"/>
                  <a:pt x="5631112" y="144707"/>
                </a:cubicBezTo>
                <a:lnTo>
                  <a:pt x="5631112" y="2221337"/>
                </a:lnTo>
                <a:cubicBezTo>
                  <a:pt x="5631112" y="2301256"/>
                  <a:pt x="5566325" y="2366044"/>
                  <a:pt x="5486405" y="2366044"/>
                </a:cubicBezTo>
                <a:lnTo>
                  <a:pt x="144707" y="2366044"/>
                </a:lnTo>
                <a:cubicBezTo>
                  <a:pt x="64841" y="2366044"/>
                  <a:pt x="0" y="2301203"/>
                  <a:pt x="0" y="2221337"/>
                </a:cubicBezTo>
                <a:lnTo>
                  <a:pt x="0" y="144707"/>
                </a:lnTo>
                <a:cubicBezTo>
                  <a:pt x="0" y="64841"/>
                  <a:pt x="64841" y="0"/>
                  <a:pt x="144707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6366F1">
                <a:alpha val="20000"/>
              </a:srgbClr>
            </a:solidFill>
            <a:prstDash val="solid"/>
          </a:ln>
          <a:effectLst>
            <a:outerShdw sx="100000" sy="100000" kx="0" ky="0" algn="bl" rotWithShape="0" blurRad="27134" dist="9045" dir="5400000">
              <a:srgbClr val="000000">
                <a:alpha val="10196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379772" y="4312423"/>
            <a:ext cx="506493" cy="506493"/>
          </a:xfrm>
          <a:custGeom>
            <a:avLst/>
            <a:gdLst/>
            <a:ahLst/>
            <a:cxnLst/>
            <a:rect l="l" t="t" r="r" b="b"/>
            <a:pathLst>
              <a:path w="506493" h="506493">
                <a:moveTo>
                  <a:pt x="108536" y="0"/>
                </a:moveTo>
                <a:lnTo>
                  <a:pt x="397956" y="0"/>
                </a:lnTo>
                <a:cubicBezTo>
                  <a:pt x="457859" y="0"/>
                  <a:pt x="506493" y="48633"/>
                  <a:pt x="506493" y="108536"/>
                </a:cubicBezTo>
                <a:lnTo>
                  <a:pt x="506493" y="397956"/>
                </a:lnTo>
                <a:cubicBezTo>
                  <a:pt x="506493" y="457859"/>
                  <a:pt x="457859" y="506493"/>
                  <a:pt x="397956" y="506493"/>
                </a:cubicBezTo>
                <a:lnTo>
                  <a:pt x="108536" y="506493"/>
                </a:lnTo>
                <a:cubicBezTo>
                  <a:pt x="48633" y="506493"/>
                  <a:pt x="0" y="457859"/>
                  <a:pt x="0" y="397956"/>
                </a:cubicBezTo>
                <a:lnTo>
                  <a:pt x="0" y="108536"/>
                </a:lnTo>
                <a:cubicBezTo>
                  <a:pt x="0" y="48633"/>
                  <a:pt x="48633" y="0"/>
                  <a:pt x="108536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/>
              </a:gs>
              <a:gs pos="100000">
                <a:srgbClr val="4F46E5"/>
              </a:gs>
            </a:gsLst>
            <a:lin ang="2700000" scaled="1"/>
          </a:gradFill>
          <a:ln/>
        </p:spPr>
      </p:sp>
      <p:sp>
        <p:nvSpPr>
          <p:cNvPr id="49" name="Shape 47"/>
          <p:cNvSpPr/>
          <p:nvPr/>
        </p:nvSpPr>
        <p:spPr>
          <a:xfrm>
            <a:off x="6524484" y="4457135"/>
            <a:ext cx="217068" cy="217068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158350" y="11489"/>
                </a:moveTo>
                <a:cubicBezTo>
                  <a:pt x="164709" y="4197"/>
                  <a:pt x="173909" y="0"/>
                  <a:pt x="183618" y="0"/>
                </a:cubicBezTo>
                <a:cubicBezTo>
                  <a:pt x="202102" y="0"/>
                  <a:pt x="217111" y="15008"/>
                  <a:pt x="217111" y="33493"/>
                </a:cubicBezTo>
                <a:cubicBezTo>
                  <a:pt x="217111" y="43159"/>
                  <a:pt x="212913" y="52402"/>
                  <a:pt x="205621" y="58761"/>
                </a:cubicBezTo>
                <a:lnTo>
                  <a:pt x="120278" y="133039"/>
                </a:lnTo>
                <a:lnTo>
                  <a:pt x="115741" y="128460"/>
                </a:lnTo>
                <a:lnTo>
                  <a:pt x="88608" y="101327"/>
                </a:lnTo>
                <a:lnTo>
                  <a:pt x="84029" y="96790"/>
                </a:lnTo>
                <a:lnTo>
                  <a:pt x="158350" y="11489"/>
                </a:lnTo>
                <a:close/>
                <a:moveTo>
                  <a:pt x="68300" y="109806"/>
                </a:moveTo>
                <a:cubicBezTo>
                  <a:pt x="68682" y="110230"/>
                  <a:pt x="79705" y="121253"/>
                  <a:pt x="101327" y="142875"/>
                </a:cubicBezTo>
                <a:lnTo>
                  <a:pt x="107220" y="148768"/>
                </a:lnTo>
                <a:lnTo>
                  <a:pt x="99970" y="180226"/>
                </a:lnTo>
                <a:cubicBezTo>
                  <a:pt x="98317" y="187476"/>
                  <a:pt x="92805" y="193242"/>
                  <a:pt x="85640" y="195234"/>
                </a:cubicBezTo>
                <a:lnTo>
                  <a:pt x="13652" y="215372"/>
                </a:lnTo>
                <a:lnTo>
                  <a:pt x="52783" y="176241"/>
                </a:lnTo>
                <a:cubicBezTo>
                  <a:pt x="53292" y="176283"/>
                  <a:pt x="53758" y="176326"/>
                  <a:pt x="54267" y="176326"/>
                </a:cubicBezTo>
                <a:cubicBezTo>
                  <a:pt x="61771" y="176326"/>
                  <a:pt x="67834" y="170263"/>
                  <a:pt x="67834" y="162759"/>
                </a:cubicBezTo>
                <a:cubicBezTo>
                  <a:pt x="67834" y="155255"/>
                  <a:pt x="61771" y="149192"/>
                  <a:pt x="54267" y="149192"/>
                </a:cubicBezTo>
                <a:cubicBezTo>
                  <a:pt x="46763" y="149192"/>
                  <a:pt x="40700" y="155255"/>
                  <a:pt x="40700" y="162759"/>
                </a:cubicBezTo>
                <a:cubicBezTo>
                  <a:pt x="40700" y="163268"/>
                  <a:pt x="40743" y="163776"/>
                  <a:pt x="40785" y="164243"/>
                </a:cubicBezTo>
                <a:lnTo>
                  <a:pt x="1653" y="203417"/>
                </a:lnTo>
                <a:lnTo>
                  <a:pt x="21834" y="131428"/>
                </a:lnTo>
                <a:cubicBezTo>
                  <a:pt x="23827" y="124263"/>
                  <a:pt x="29593" y="118752"/>
                  <a:pt x="36842" y="117098"/>
                </a:cubicBezTo>
                <a:lnTo>
                  <a:pt x="68300" y="10980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6994798" y="4330512"/>
            <a:ext cx="1474255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Journal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994798" y="4619824"/>
            <a:ext cx="1429033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6A72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 reflection space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79772" y="4963628"/>
            <a:ext cx="5254861" cy="397958"/>
          </a:xfrm>
          <a:custGeom>
            <a:avLst/>
            <a:gdLst/>
            <a:ahLst/>
            <a:cxnLst/>
            <a:rect l="l" t="t" r="r" b="b"/>
            <a:pathLst>
              <a:path w="5254861" h="397958">
                <a:moveTo>
                  <a:pt x="72357" y="0"/>
                </a:moveTo>
                <a:lnTo>
                  <a:pt x="5182504" y="0"/>
                </a:lnTo>
                <a:cubicBezTo>
                  <a:pt x="5222465" y="0"/>
                  <a:pt x="5254861" y="32395"/>
                  <a:pt x="5254861" y="72357"/>
                </a:cubicBezTo>
                <a:lnTo>
                  <a:pt x="5254861" y="325602"/>
                </a:lnTo>
                <a:cubicBezTo>
                  <a:pt x="5254861" y="365563"/>
                  <a:pt x="5222465" y="397958"/>
                  <a:pt x="5182504" y="397958"/>
                </a:cubicBezTo>
                <a:lnTo>
                  <a:pt x="72357" y="397958"/>
                </a:lnTo>
                <a:cubicBezTo>
                  <a:pt x="32422" y="397958"/>
                  <a:pt x="0" y="365536"/>
                  <a:pt x="0" y="325602"/>
                </a:cubicBezTo>
                <a:lnTo>
                  <a:pt x="0" y="72357"/>
                </a:lnTo>
                <a:cubicBezTo>
                  <a:pt x="0" y="32422"/>
                  <a:pt x="32422" y="0"/>
                  <a:pt x="72357" y="0"/>
                </a:cubicBezTo>
                <a:close/>
              </a:path>
            </a:pathLst>
          </a:custGeom>
          <a:solidFill>
            <a:srgbClr val="6366F1">
              <a:alpha val="5098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524484" y="5090251"/>
            <a:ext cx="108534" cy="144712"/>
          </a:xfrm>
          <a:custGeom>
            <a:avLst/>
            <a:gdLst/>
            <a:ahLst/>
            <a:cxnLst/>
            <a:rect l="l" t="t" r="r" b="b"/>
            <a:pathLst>
              <a:path w="108534" h="144712">
                <a:moveTo>
                  <a:pt x="0" y="18089"/>
                </a:moveTo>
                <a:cubicBezTo>
                  <a:pt x="0" y="8112"/>
                  <a:pt x="8112" y="0"/>
                  <a:pt x="18089" y="0"/>
                </a:cubicBezTo>
                <a:lnTo>
                  <a:pt x="60344" y="0"/>
                </a:lnTo>
                <a:cubicBezTo>
                  <a:pt x="65149" y="0"/>
                  <a:pt x="69756" y="1894"/>
                  <a:pt x="73147" y="5285"/>
                </a:cubicBezTo>
                <a:lnTo>
                  <a:pt x="103249" y="35415"/>
                </a:lnTo>
                <a:cubicBezTo>
                  <a:pt x="106640" y="38807"/>
                  <a:pt x="108534" y="43414"/>
                  <a:pt x="108534" y="48219"/>
                </a:cubicBezTo>
                <a:lnTo>
                  <a:pt x="108534" y="126623"/>
                </a:lnTo>
                <a:cubicBezTo>
                  <a:pt x="108534" y="136600"/>
                  <a:pt x="100422" y="144712"/>
                  <a:pt x="90445" y="144712"/>
                </a:cubicBezTo>
                <a:lnTo>
                  <a:pt x="18089" y="144712"/>
                </a:lnTo>
                <a:cubicBezTo>
                  <a:pt x="8112" y="144712"/>
                  <a:pt x="0" y="136600"/>
                  <a:pt x="0" y="126623"/>
                </a:cubicBezTo>
                <a:lnTo>
                  <a:pt x="0" y="18089"/>
                </a:lnTo>
                <a:close/>
                <a:moveTo>
                  <a:pt x="58789" y="16534"/>
                </a:moveTo>
                <a:lnTo>
                  <a:pt x="58789" y="42961"/>
                </a:lnTo>
                <a:cubicBezTo>
                  <a:pt x="58789" y="46721"/>
                  <a:pt x="61814" y="49745"/>
                  <a:pt x="65573" y="49745"/>
                </a:cubicBezTo>
                <a:lnTo>
                  <a:pt x="92000" y="49745"/>
                </a:lnTo>
                <a:lnTo>
                  <a:pt x="58789" y="16534"/>
                </a:lnTo>
                <a:close/>
                <a:moveTo>
                  <a:pt x="33917" y="72356"/>
                </a:moveTo>
                <a:cubicBezTo>
                  <a:pt x="30158" y="72356"/>
                  <a:pt x="27134" y="75380"/>
                  <a:pt x="27134" y="79139"/>
                </a:cubicBezTo>
                <a:cubicBezTo>
                  <a:pt x="27134" y="82899"/>
                  <a:pt x="30158" y="85923"/>
                  <a:pt x="33917" y="85923"/>
                </a:cubicBezTo>
                <a:lnTo>
                  <a:pt x="74617" y="85923"/>
                </a:lnTo>
                <a:cubicBezTo>
                  <a:pt x="78376" y="85923"/>
                  <a:pt x="81401" y="82899"/>
                  <a:pt x="81401" y="79139"/>
                </a:cubicBezTo>
                <a:cubicBezTo>
                  <a:pt x="81401" y="75380"/>
                  <a:pt x="78376" y="72356"/>
                  <a:pt x="74617" y="72356"/>
                </a:cubicBezTo>
                <a:lnTo>
                  <a:pt x="33917" y="72356"/>
                </a:lnTo>
                <a:close/>
                <a:moveTo>
                  <a:pt x="33917" y="99490"/>
                </a:moveTo>
                <a:cubicBezTo>
                  <a:pt x="30158" y="99490"/>
                  <a:pt x="27134" y="102514"/>
                  <a:pt x="27134" y="106273"/>
                </a:cubicBezTo>
                <a:cubicBezTo>
                  <a:pt x="27134" y="110032"/>
                  <a:pt x="30158" y="113056"/>
                  <a:pt x="33917" y="113056"/>
                </a:cubicBezTo>
                <a:lnTo>
                  <a:pt x="74617" y="113056"/>
                </a:lnTo>
                <a:cubicBezTo>
                  <a:pt x="78376" y="113056"/>
                  <a:pt x="81401" y="110032"/>
                  <a:pt x="81401" y="106273"/>
                </a:cubicBezTo>
                <a:cubicBezTo>
                  <a:pt x="81401" y="102514"/>
                  <a:pt x="78376" y="99490"/>
                  <a:pt x="74617" y="99490"/>
                </a:cubicBezTo>
                <a:lnTo>
                  <a:pt x="33917" y="9949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4" name="Text 52"/>
          <p:cNvSpPr/>
          <p:nvPr/>
        </p:nvSpPr>
        <p:spPr>
          <a:xfrm>
            <a:off x="6777730" y="5072162"/>
            <a:ext cx="1492344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Create, edit, delete entries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79772" y="5433942"/>
            <a:ext cx="5254861" cy="397958"/>
          </a:xfrm>
          <a:custGeom>
            <a:avLst/>
            <a:gdLst/>
            <a:ahLst/>
            <a:cxnLst/>
            <a:rect l="l" t="t" r="r" b="b"/>
            <a:pathLst>
              <a:path w="5254861" h="397958">
                <a:moveTo>
                  <a:pt x="72357" y="0"/>
                </a:moveTo>
                <a:lnTo>
                  <a:pt x="5182504" y="0"/>
                </a:lnTo>
                <a:cubicBezTo>
                  <a:pt x="5222465" y="0"/>
                  <a:pt x="5254861" y="32395"/>
                  <a:pt x="5254861" y="72357"/>
                </a:cubicBezTo>
                <a:lnTo>
                  <a:pt x="5254861" y="325602"/>
                </a:lnTo>
                <a:cubicBezTo>
                  <a:pt x="5254861" y="365563"/>
                  <a:pt x="5222465" y="397958"/>
                  <a:pt x="5182504" y="397958"/>
                </a:cubicBezTo>
                <a:lnTo>
                  <a:pt x="72357" y="397958"/>
                </a:lnTo>
                <a:cubicBezTo>
                  <a:pt x="32422" y="397958"/>
                  <a:pt x="0" y="365536"/>
                  <a:pt x="0" y="325602"/>
                </a:cubicBezTo>
                <a:lnTo>
                  <a:pt x="0" y="72357"/>
                </a:lnTo>
                <a:cubicBezTo>
                  <a:pt x="0" y="32422"/>
                  <a:pt x="32422" y="0"/>
                  <a:pt x="72357" y="0"/>
                </a:cubicBezTo>
                <a:close/>
              </a:path>
            </a:pathLst>
          </a:custGeom>
          <a:solidFill>
            <a:srgbClr val="6366F1">
              <a:alpha val="5098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506395" y="5560565"/>
            <a:ext cx="144712" cy="144712"/>
          </a:xfrm>
          <a:custGeom>
            <a:avLst/>
            <a:gdLst/>
            <a:ahLst/>
            <a:cxnLst/>
            <a:rect l="l" t="t" r="r" b="b"/>
            <a:pathLst>
              <a:path w="144712" h="144712">
                <a:moveTo>
                  <a:pt x="9045" y="18089"/>
                </a:moveTo>
                <a:cubicBezTo>
                  <a:pt x="5398" y="18089"/>
                  <a:pt x="2092" y="20294"/>
                  <a:pt x="678" y="23685"/>
                </a:cubicBezTo>
                <a:cubicBezTo>
                  <a:pt x="-735" y="27077"/>
                  <a:pt x="57" y="30949"/>
                  <a:pt x="2657" y="33521"/>
                </a:cubicBezTo>
                <a:lnTo>
                  <a:pt x="54267" y="85160"/>
                </a:lnTo>
                <a:lnTo>
                  <a:pt x="54267" y="117579"/>
                </a:lnTo>
                <a:cubicBezTo>
                  <a:pt x="54267" y="119981"/>
                  <a:pt x="55228" y="122270"/>
                  <a:pt x="56924" y="123966"/>
                </a:cubicBezTo>
                <a:lnTo>
                  <a:pt x="75013" y="142055"/>
                </a:lnTo>
                <a:cubicBezTo>
                  <a:pt x="77613" y="144656"/>
                  <a:pt x="81485" y="145419"/>
                  <a:pt x="84877" y="144006"/>
                </a:cubicBezTo>
                <a:cubicBezTo>
                  <a:pt x="88269" y="142592"/>
                  <a:pt x="90445" y="139314"/>
                  <a:pt x="90445" y="135668"/>
                </a:cubicBezTo>
                <a:lnTo>
                  <a:pt x="90445" y="85160"/>
                </a:lnTo>
                <a:lnTo>
                  <a:pt x="142055" y="33549"/>
                </a:lnTo>
                <a:cubicBezTo>
                  <a:pt x="144656" y="30949"/>
                  <a:pt x="145419" y="27077"/>
                  <a:pt x="144006" y="23685"/>
                </a:cubicBezTo>
                <a:cubicBezTo>
                  <a:pt x="142592" y="20294"/>
                  <a:pt x="139314" y="18089"/>
                  <a:pt x="135668" y="18089"/>
                </a:cubicBezTo>
                <a:lnTo>
                  <a:pt x="9045" y="1808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7" name="Text 55"/>
          <p:cNvSpPr/>
          <p:nvPr/>
        </p:nvSpPr>
        <p:spPr>
          <a:xfrm>
            <a:off x="6777730" y="5542476"/>
            <a:ext cx="1673234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Filter &amp; review journal history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79772" y="5904257"/>
            <a:ext cx="5254861" cy="397958"/>
          </a:xfrm>
          <a:custGeom>
            <a:avLst/>
            <a:gdLst/>
            <a:ahLst/>
            <a:cxnLst/>
            <a:rect l="l" t="t" r="r" b="b"/>
            <a:pathLst>
              <a:path w="5254861" h="397958">
                <a:moveTo>
                  <a:pt x="72357" y="0"/>
                </a:moveTo>
                <a:lnTo>
                  <a:pt x="5182504" y="0"/>
                </a:lnTo>
                <a:cubicBezTo>
                  <a:pt x="5222465" y="0"/>
                  <a:pt x="5254861" y="32395"/>
                  <a:pt x="5254861" y="72357"/>
                </a:cubicBezTo>
                <a:lnTo>
                  <a:pt x="5254861" y="325602"/>
                </a:lnTo>
                <a:cubicBezTo>
                  <a:pt x="5254861" y="365563"/>
                  <a:pt x="5222465" y="397958"/>
                  <a:pt x="5182504" y="397958"/>
                </a:cubicBezTo>
                <a:lnTo>
                  <a:pt x="72357" y="397958"/>
                </a:lnTo>
                <a:cubicBezTo>
                  <a:pt x="32422" y="397958"/>
                  <a:pt x="0" y="365536"/>
                  <a:pt x="0" y="325602"/>
                </a:cubicBezTo>
                <a:lnTo>
                  <a:pt x="0" y="72357"/>
                </a:lnTo>
                <a:cubicBezTo>
                  <a:pt x="0" y="32422"/>
                  <a:pt x="32422" y="0"/>
                  <a:pt x="72357" y="0"/>
                </a:cubicBezTo>
                <a:close/>
              </a:path>
            </a:pathLst>
          </a:custGeom>
          <a:solidFill>
            <a:srgbClr val="6366F1">
              <a:alpha val="5098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524484" y="6030880"/>
            <a:ext cx="108534" cy="144712"/>
          </a:xfrm>
          <a:custGeom>
            <a:avLst/>
            <a:gdLst/>
            <a:ahLst/>
            <a:cxnLst/>
            <a:rect l="l" t="t" r="r" b="b"/>
            <a:pathLst>
              <a:path w="108534" h="144712">
                <a:moveTo>
                  <a:pt x="82786" y="108534"/>
                </a:moveTo>
                <a:cubicBezTo>
                  <a:pt x="84849" y="102231"/>
                  <a:pt x="88975" y="96522"/>
                  <a:pt x="93639" y="91604"/>
                </a:cubicBezTo>
                <a:cubicBezTo>
                  <a:pt x="102881" y="81881"/>
                  <a:pt x="108534" y="68738"/>
                  <a:pt x="108534" y="54267"/>
                </a:cubicBezTo>
                <a:cubicBezTo>
                  <a:pt x="108534" y="24307"/>
                  <a:pt x="84227" y="0"/>
                  <a:pt x="54267" y="0"/>
                </a:cubicBezTo>
                <a:cubicBezTo>
                  <a:pt x="24307" y="0"/>
                  <a:pt x="0" y="24307"/>
                  <a:pt x="0" y="54267"/>
                </a:cubicBezTo>
                <a:cubicBezTo>
                  <a:pt x="0" y="68738"/>
                  <a:pt x="5653" y="81881"/>
                  <a:pt x="14895" y="91604"/>
                </a:cubicBezTo>
                <a:cubicBezTo>
                  <a:pt x="19559" y="96522"/>
                  <a:pt x="23714" y="102231"/>
                  <a:pt x="25749" y="108534"/>
                </a:cubicBezTo>
                <a:lnTo>
                  <a:pt x="82757" y="108534"/>
                </a:lnTo>
                <a:close/>
                <a:moveTo>
                  <a:pt x="81401" y="122101"/>
                </a:moveTo>
                <a:lnTo>
                  <a:pt x="27134" y="122101"/>
                </a:lnTo>
                <a:lnTo>
                  <a:pt x="27134" y="126623"/>
                </a:lnTo>
                <a:cubicBezTo>
                  <a:pt x="27134" y="139116"/>
                  <a:pt x="37252" y="149234"/>
                  <a:pt x="49745" y="149234"/>
                </a:cubicBezTo>
                <a:lnTo>
                  <a:pt x="58789" y="149234"/>
                </a:lnTo>
                <a:cubicBezTo>
                  <a:pt x="71282" y="149234"/>
                  <a:pt x="81401" y="139116"/>
                  <a:pt x="81401" y="126623"/>
                </a:cubicBezTo>
                <a:lnTo>
                  <a:pt x="81401" y="122101"/>
                </a:lnTo>
                <a:close/>
                <a:moveTo>
                  <a:pt x="52006" y="31656"/>
                </a:moveTo>
                <a:cubicBezTo>
                  <a:pt x="40757" y="31656"/>
                  <a:pt x="31656" y="40757"/>
                  <a:pt x="31656" y="52006"/>
                </a:cubicBezTo>
                <a:cubicBezTo>
                  <a:pt x="31656" y="55765"/>
                  <a:pt x="28632" y="58789"/>
                  <a:pt x="24872" y="58789"/>
                </a:cubicBezTo>
                <a:cubicBezTo>
                  <a:pt x="21113" y="58789"/>
                  <a:pt x="18089" y="55765"/>
                  <a:pt x="18089" y="52006"/>
                </a:cubicBezTo>
                <a:cubicBezTo>
                  <a:pt x="18089" y="33267"/>
                  <a:pt x="33267" y="18089"/>
                  <a:pt x="52006" y="18089"/>
                </a:cubicBezTo>
                <a:cubicBezTo>
                  <a:pt x="55765" y="18089"/>
                  <a:pt x="58789" y="21113"/>
                  <a:pt x="58789" y="24872"/>
                </a:cubicBezTo>
                <a:cubicBezTo>
                  <a:pt x="58789" y="28632"/>
                  <a:pt x="55765" y="31656"/>
                  <a:pt x="52006" y="3165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0" name="Text 58"/>
          <p:cNvSpPr/>
          <p:nvPr/>
        </p:nvSpPr>
        <p:spPr>
          <a:xfrm>
            <a:off x="6777730" y="6012791"/>
            <a:ext cx="1257187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 prompt retrieval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Intelligence Layer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Features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811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A72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and analytics for personalized wellness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638300"/>
            <a:ext cx="7553325" cy="4362450"/>
          </a:xfrm>
          <a:custGeom>
            <a:avLst/>
            <a:gdLst/>
            <a:ahLst/>
            <a:cxnLst/>
            <a:rect l="l" t="t" r="r" b="b"/>
            <a:pathLst>
              <a:path w="7553325" h="4362450">
                <a:moveTo>
                  <a:pt x="152380" y="0"/>
                </a:moveTo>
                <a:lnTo>
                  <a:pt x="7400945" y="0"/>
                </a:lnTo>
                <a:cubicBezTo>
                  <a:pt x="7485102" y="0"/>
                  <a:pt x="7553325" y="68223"/>
                  <a:pt x="7553325" y="152380"/>
                </a:cubicBezTo>
                <a:lnTo>
                  <a:pt x="7553325" y="4210070"/>
                </a:lnTo>
                <a:cubicBezTo>
                  <a:pt x="7553325" y="4294227"/>
                  <a:pt x="7485102" y="4362450"/>
                  <a:pt x="7400945" y="4362450"/>
                </a:cubicBezTo>
                <a:lnTo>
                  <a:pt x="152380" y="4362450"/>
                </a:lnTo>
                <a:cubicBezTo>
                  <a:pt x="68223" y="4362450"/>
                  <a:pt x="0" y="4294227"/>
                  <a:pt x="0" y="4210070"/>
                </a:cubicBezTo>
                <a:lnTo>
                  <a:pt x="0" y="152380"/>
                </a:lnTo>
                <a:cubicBezTo>
                  <a:pt x="0" y="68279"/>
                  <a:pt x="68279" y="0"/>
                  <a:pt x="152380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/>
              </a:gs>
              <a:gs pos="100000">
                <a:srgbClr val="4F46E5"/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609600" y="1866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8188" y="202882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96453" y="0"/>
                </a:moveTo>
                <a:cubicBezTo>
                  <a:pt x="196453" y="-9878"/>
                  <a:pt x="188472" y="-17859"/>
                  <a:pt x="178594" y="-17859"/>
                </a:cubicBezTo>
                <a:cubicBezTo>
                  <a:pt x="168715" y="-17859"/>
                  <a:pt x="160734" y="-9878"/>
                  <a:pt x="160734" y="0"/>
                </a:cubicBezTo>
                <a:lnTo>
                  <a:pt x="160734" y="35719"/>
                </a:lnTo>
                <a:lnTo>
                  <a:pt x="107156" y="35719"/>
                </a:lnTo>
                <a:cubicBezTo>
                  <a:pt x="77577" y="35719"/>
                  <a:pt x="53578" y="59717"/>
                  <a:pt x="53578" y="89297"/>
                </a:cubicBezTo>
                <a:lnTo>
                  <a:pt x="53578" y="214313"/>
                </a:lnTo>
                <a:cubicBezTo>
                  <a:pt x="53578" y="243892"/>
                  <a:pt x="77577" y="267891"/>
                  <a:pt x="107156" y="267891"/>
                </a:cubicBezTo>
                <a:lnTo>
                  <a:pt x="250031" y="267891"/>
                </a:lnTo>
                <a:cubicBezTo>
                  <a:pt x="279611" y="267891"/>
                  <a:pt x="303609" y="243892"/>
                  <a:pt x="303609" y="214313"/>
                </a:cubicBezTo>
                <a:lnTo>
                  <a:pt x="303609" y="89297"/>
                </a:lnTo>
                <a:cubicBezTo>
                  <a:pt x="303609" y="59717"/>
                  <a:pt x="279611" y="35719"/>
                  <a:pt x="250031" y="35719"/>
                </a:cubicBezTo>
                <a:lnTo>
                  <a:pt x="196453" y="35719"/>
                </a:lnTo>
                <a:lnTo>
                  <a:pt x="196453" y="0"/>
                </a:lnTo>
                <a:close/>
                <a:moveTo>
                  <a:pt x="89297" y="205383"/>
                </a:moveTo>
                <a:cubicBezTo>
                  <a:pt x="89297" y="197960"/>
                  <a:pt x="95269" y="191988"/>
                  <a:pt x="102691" y="191988"/>
                </a:cubicBezTo>
                <a:lnTo>
                  <a:pt x="120551" y="191988"/>
                </a:lnTo>
                <a:cubicBezTo>
                  <a:pt x="127974" y="191988"/>
                  <a:pt x="133945" y="197960"/>
                  <a:pt x="133945" y="205383"/>
                </a:cubicBezTo>
                <a:cubicBezTo>
                  <a:pt x="133945" y="212806"/>
                  <a:pt x="127974" y="218777"/>
                  <a:pt x="120551" y="218777"/>
                </a:cubicBezTo>
                <a:lnTo>
                  <a:pt x="102691" y="218777"/>
                </a:lnTo>
                <a:cubicBezTo>
                  <a:pt x="95269" y="218777"/>
                  <a:pt x="89297" y="212806"/>
                  <a:pt x="89297" y="205383"/>
                </a:cubicBezTo>
                <a:close/>
                <a:moveTo>
                  <a:pt x="156270" y="205383"/>
                </a:moveTo>
                <a:cubicBezTo>
                  <a:pt x="156270" y="197960"/>
                  <a:pt x="162241" y="191988"/>
                  <a:pt x="169664" y="191988"/>
                </a:cubicBezTo>
                <a:lnTo>
                  <a:pt x="187523" y="191988"/>
                </a:lnTo>
                <a:cubicBezTo>
                  <a:pt x="194946" y="191988"/>
                  <a:pt x="200918" y="197960"/>
                  <a:pt x="200918" y="205383"/>
                </a:cubicBezTo>
                <a:cubicBezTo>
                  <a:pt x="200918" y="212806"/>
                  <a:pt x="194946" y="218777"/>
                  <a:pt x="187523" y="218777"/>
                </a:cubicBezTo>
                <a:lnTo>
                  <a:pt x="169664" y="218777"/>
                </a:lnTo>
                <a:cubicBezTo>
                  <a:pt x="162241" y="218777"/>
                  <a:pt x="156270" y="212806"/>
                  <a:pt x="156270" y="205383"/>
                </a:cubicBezTo>
                <a:close/>
                <a:moveTo>
                  <a:pt x="223242" y="205383"/>
                </a:moveTo>
                <a:cubicBezTo>
                  <a:pt x="223242" y="197960"/>
                  <a:pt x="229214" y="191988"/>
                  <a:pt x="236637" y="191988"/>
                </a:cubicBezTo>
                <a:lnTo>
                  <a:pt x="254496" y="191988"/>
                </a:lnTo>
                <a:cubicBezTo>
                  <a:pt x="261919" y="191988"/>
                  <a:pt x="267891" y="197960"/>
                  <a:pt x="267891" y="205383"/>
                </a:cubicBezTo>
                <a:cubicBezTo>
                  <a:pt x="267891" y="212806"/>
                  <a:pt x="261919" y="218777"/>
                  <a:pt x="254496" y="218777"/>
                </a:cubicBezTo>
                <a:lnTo>
                  <a:pt x="236637" y="218777"/>
                </a:lnTo>
                <a:cubicBezTo>
                  <a:pt x="229214" y="218777"/>
                  <a:pt x="223242" y="212806"/>
                  <a:pt x="223242" y="205383"/>
                </a:cubicBezTo>
                <a:close/>
                <a:moveTo>
                  <a:pt x="125016" y="98227"/>
                </a:moveTo>
                <a:cubicBezTo>
                  <a:pt x="139801" y="98227"/>
                  <a:pt x="151805" y="110230"/>
                  <a:pt x="151805" y="125016"/>
                </a:cubicBezTo>
                <a:cubicBezTo>
                  <a:pt x="151805" y="139801"/>
                  <a:pt x="139801" y="151805"/>
                  <a:pt x="125016" y="151805"/>
                </a:cubicBezTo>
                <a:cubicBezTo>
                  <a:pt x="110230" y="151805"/>
                  <a:pt x="98227" y="139801"/>
                  <a:pt x="98227" y="125016"/>
                </a:cubicBezTo>
                <a:cubicBezTo>
                  <a:pt x="98227" y="110230"/>
                  <a:pt x="110230" y="98227"/>
                  <a:pt x="125016" y="98227"/>
                </a:cubicBezTo>
                <a:close/>
                <a:moveTo>
                  <a:pt x="205383" y="125016"/>
                </a:moveTo>
                <a:cubicBezTo>
                  <a:pt x="205383" y="110230"/>
                  <a:pt x="217387" y="98227"/>
                  <a:pt x="232172" y="98227"/>
                </a:cubicBezTo>
                <a:cubicBezTo>
                  <a:pt x="246957" y="98227"/>
                  <a:pt x="258961" y="110230"/>
                  <a:pt x="258961" y="125016"/>
                </a:cubicBezTo>
                <a:cubicBezTo>
                  <a:pt x="258961" y="139801"/>
                  <a:pt x="246957" y="151805"/>
                  <a:pt x="232172" y="151805"/>
                </a:cubicBezTo>
                <a:cubicBezTo>
                  <a:pt x="217387" y="151805"/>
                  <a:pt x="205383" y="139801"/>
                  <a:pt x="205383" y="125016"/>
                </a:cubicBezTo>
                <a:close/>
                <a:moveTo>
                  <a:pt x="35719" y="125016"/>
                </a:moveTo>
                <a:cubicBezTo>
                  <a:pt x="35719" y="115137"/>
                  <a:pt x="27738" y="107156"/>
                  <a:pt x="17859" y="107156"/>
                </a:cubicBezTo>
                <a:cubicBezTo>
                  <a:pt x="7981" y="107156"/>
                  <a:pt x="0" y="115137"/>
                  <a:pt x="0" y="125016"/>
                </a:cubicBezTo>
                <a:lnTo>
                  <a:pt x="0" y="178594"/>
                </a:lnTo>
                <a:cubicBezTo>
                  <a:pt x="0" y="188472"/>
                  <a:pt x="7981" y="196453"/>
                  <a:pt x="17859" y="196453"/>
                </a:cubicBezTo>
                <a:cubicBezTo>
                  <a:pt x="27738" y="196453"/>
                  <a:pt x="35719" y="188472"/>
                  <a:pt x="35719" y="178594"/>
                </a:cubicBezTo>
                <a:lnTo>
                  <a:pt x="35719" y="125016"/>
                </a:lnTo>
                <a:close/>
                <a:moveTo>
                  <a:pt x="339328" y="107156"/>
                </a:moveTo>
                <a:cubicBezTo>
                  <a:pt x="329450" y="107156"/>
                  <a:pt x="321469" y="115137"/>
                  <a:pt x="321469" y="125016"/>
                </a:cubicBezTo>
                <a:lnTo>
                  <a:pt x="321469" y="178594"/>
                </a:lnTo>
                <a:cubicBezTo>
                  <a:pt x="321469" y="188472"/>
                  <a:pt x="329450" y="196453"/>
                  <a:pt x="339328" y="196453"/>
                </a:cubicBezTo>
                <a:cubicBezTo>
                  <a:pt x="349207" y="196453"/>
                  <a:pt x="357188" y="188472"/>
                  <a:pt x="357188" y="178594"/>
                </a:cubicBezTo>
                <a:lnTo>
                  <a:pt x="357188" y="125016"/>
                </a:lnTo>
                <a:cubicBezTo>
                  <a:pt x="357188" y="115137"/>
                  <a:pt x="349207" y="107156"/>
                  <a:pt x="339328" y="10715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885950"/>
            <a:ext cx="2038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Coach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228850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emotional support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2667000"/>
            <a:ext cx="3476625" cy="990600"/>
          </a:xfrm>
          <a:custGeom>
            <a:avLst/>
            <a:gdLst/>
            <a:ahLst/>
            <a:cxnLst/>
            <a:rect l="l" t="t" r="r" b="b"/>
            <a:pathLst>
              <a:path w="3476625" h="990600">
                <a:moveTo>
                  <a:pt x="114295" y="0"/>
                </a:moveTo>
                <a:lnTo>
                  <a:pt x="3362330" y="0"/>
                </a:lnTo>
                <a:cubicBezTo>
                  <a:pt x="3425411" y="0"/>
                  <a:pt x="3476625" y="51214"/>
                  <a:pt x="3476625" y="114295"/>
                </a:cubicBezTo>
                <a:lnTo>
                  <a:pt x="3476625" y="876305"/>
                </a:lnTo>
                <a:cubicBezTo>
                  <a:pt x="3476625" y="939386"/>
                  <a:pt x="3425411" y="990600"/>
                  <a:pt x="3362330" y="990600"/>
                </a:cubicBezTo>
                <a:lnTo>
                  <a:pt x="114295" y="990600"/>
                </a:lnTo>
                <a:cubicBezTo>
                  <a:pt x="51214" y="990600"/>
                  <a:pt x="0" y="939386"/>
                  <a:pt x="0" y="8763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71525" y="28575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4300" y="42863"/>
                </a:moveTo>
                <a:cubicBezTo>
                  <a:pt x="114300" y="71795"/>
                  <a:pt x="88702" y="95250"/>
                  <a:pt x="57150" y="95250"/>
                </a:cubicBezTo>
                <a:cubicBezTo>
                  <a:pt x="49203" y="95250"/>
                  <a:pt x="41642" y="93762"/>
                  <a:pt x="34766" y="91083"/>
                </a:cubicBezTo>
                <a:lnTo>
                  <a:pt x="10478" y="103942"/>
                </a:lnTo>
                <a:cubicBezTo>
                  <a:pt x="7709" y="105400"/>
                  <a:pt x="4316" y="104894"/>
                  <a:pt x="2084" y="102691"/>
                </a:cubicBezTo>
                <a:cubicBezTo>
                  <a:pt x="-149" y="100489"/>
                  <a:pt x="-655" y="97066"/>
                  <a:pt x="833" y="94298"/>
                </a:cubicBezTo>
                <a:lnTo>
                  <a:pt x="11430" y="74295"/>
                </a:lnTo>
                <a:cubicBezTo>
                  <a:pt x="4256" y="65544"/>
                  <a:pt x="0" y="54650"/>
                  <a:pt x="0" y="42863"/>
                </a:cubicBezTo>
                <a:cubicBezTo>
                  <a:pt x="0" y="13930"/>
                  <a:pt x="25598" y="-9525"/>
                  <a:pt x="57150" y="-9525"/>
                </a:cubicBezTo>
                <a:cubicBezTo>
                  <a:pt x="88702" y="-9525"/>
                  <a:pt x="114300" y="13930"/>
                  <a:pt x="114300" y="42863"/>
                </a:cubicBezTo>
                <a:close/>
                <a:moveTo>
                  <a:pt x="114300" y="152400"/>
                </a:moveTo>
                <a:cubicBezTo>
                  <a:pt x="86291" y="152400"/>
                  <a:pt x="62984" y="133916"/>
                  <a:pt x="58103" y="109537"/>
                </a:cubicBezTo>
                <a:cubicBezTo>
                  <a:pt x="93821" y="109091"/>
                  <a:pt x="124867" y="83671"/>
                  <a:pt x="128290" y="49203"/>
                </a:cubicBezTo>
                <a:cubicBezTo>
                  <a:pt x="153085" y="54918"/>
                  <a:pt x="171450" y="75486"/>
                  <a:pt x="171450" y="100013"/>
                </a:cubicBezTo>
                <a:cubicBezTo>
                  <a:pt x="171450" y="111800"/>
                  <a:pt x="167194" y="122694"/>
                  <a:pt x="160020" y="131445"/>
                </a:cubicBezTo>
                <a:lnTo>
                  <a:pt x="170617" y="151448"/>
                </a:lnTo>
                <a:cubicBezTo>
                  <a:pt x="172075" y="154216"/>
                  <a:pt x="171569" y="157609"/>
                  <a:pt x="169366" y="159841"/>
                </a:cubicBezTo>
                <a:cubicBezTo>
                  <a:pt x="167164" y="162074"/>
                  <a:pt x="163741" y="162580"/>
                  <a:pt x="160973" y="161092"/>
                </a:cubicBezTo>
                <a:lnTo>
                  <a:pt x="136684" y="148233"/>
                </a:lnTo>
                <a:cubicBezTo>
                  <a:pt x="129808" y="150912"/>
                  <a:pt x="122247" y="152400"/>
                  <a:pt x="114300" y="15240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028700" y="2819400"/>
            <a:ext cx="101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Conversations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31242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threads, send messages, receive contextual assistant responses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35410" y="2667000"/>
            <a:ext cx="3476625" cy="990600"/>
          </a:xfrm>
          <a:custGeom>
            <a:avLst/>
            <a:gdLst/>
            <a:ahLst/>
            <a:cxnLst/>
            <a:rect l="l" t="t" r="r" b="b"/>
            <a:pathLst>
              <a:path w="3476625" h="990600">
                <a:moveTo>
                  <a:pt x="114295" y="0"/>
                </a:moveTo>
                <a:lnTo>
                  <a:pt x="3362330" y="0"/>
                </a:lnTo>
                <a:cubicBezTo>
                  <a:pt x="3425411" y="0"/>
                  <a:pt x="3476625" y="51214"/>
                  <a:pt x="3476625" y="114295"/>
                </a:cubicBezTo>
                <a:lnTo>
                  <a:pt x="3476625" y="876305"/>
                </a:lnTo>
                <a:cubicBezTo>
                  <a:pt x="3476625" y="939386"/>
                  <a:pt x="3425411" y="990600"/>
                  <a:pt x="3362330" y="990600"/>
                </a:cubicBezTo>
                <a:lnTo>
                  <a:pt x="114295" y="990600"/>
                </a:lnTo>
                <a:cubicBezTo>
                  <a:pt x="51214" y="990600"/>
                  <a:pt x="0" y="939386"/>
                  <a:pt x="0" y="8763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397335" y="28575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19050"/>
                </a:moveTo>
                <a:cubicBezTo>
                  <a:pt x="117277" y="19050"/>
                  <a:pt x="142875" y="44648"/>
                  <a:pt x="142875" y="76200"/>
                </a:cubicBezTo>
                <a:cubicBezTo>
                  <a:pt x="142875" y="107752"/>
                  <a:pt x="117277" y="133350"/>
                  <a:pt x="85725" y="133350"/>
                </a:cubicBezTo>
                <a:cubicBezTo>
                  <a:pt x="66318" y="133350"/>
                  <a:pt x="49143" y="123676"/>
                  <a:pt x="38814" y="108853"/>
                </a:cubicBezTo>
                <a:cubicBezTo>
                  <a:pt x="35808" y="104537"/>
                  <a:pt x="29855" y="103495"/>
                  <a:pt x="25539" y="106501"/>
                </a:cubicBezTo>
                <a:cubicBezTo>
                  <a:pt x="21223" y="109508"/>
                  <a:pt x="20181" y="115461"/>
                  <a:pt x="23187" y="119777"/>
                </a:cubicBezTo>
                <a:cubicBezTo>
                  <a:pt x="36939" y="139482"/>
                  <a:pt x="59829" y="152400"/>
                  <a:pt x="85725" y="152400"/>
                </a:cubicBezTo>
                <a:cubicBezTo>
                  <a:pt x="127814" y="152400"/>
                  <a:pt x="161925" y="118289"/>
                  <a:pt x="161925" y="76200"/>
                </a:cubicBezTo>
                <a:cubicBezTo>
                  <a:pt x="161925" y="34111"/>
                  <a:pt x="127814" y="0"/>
                  <a:pt x="85725" y="0"/>
                </a:cubicBezTo>
                <a:cubicBezTo>
                  <a:pt x="60216" y="0"/>
                  <a:pt x="37654" y="12531"/>
                  <a:pt x="23813" y="31760"/>
                </a:cubicBezTo>
                <a:lnTo>
                  <a:pt x="23813" y="23813"/>
                </a:lnTo>
                <a:cubicBezTo>
                  <a:pt x="23813" y="18544"/>
                  <a:pt x="19556" y="14288"/>
                  <a:pt x="14288" y="14288"/>
                </a:cubicBezTo>
                <a:cubicBezTo>
                  <a:pt x="9019" y="14288"/>
                  <a:pt x="4763" y="18544"/>
                  <a:pt x="4763" y="23813"/>
                </a:cubicBezTo>
                <a:lnTo>
                  <a:pt x="4763" y="57150"/>
                </a:lnTo>
                <a:cubicBezTo>
                  <a:pt x="4763" y="62419"/>
                  <a:pt x="9019" y="66675"/>
                  <a:pt x="14288" y="66675"/>
                </a:cubicBezTo>
                <a:lnTo>
                  <a:pt x="21610" y="66675"/>
                </a:lnTo>
                <a:cubicBezTo>
                  <a:pt x="21759" y="66675"/>
                  <a:pt x="21908" y="66675"/>
                  <a:pt x="22056" y="66675"/>
                </a:cubicBezTo>
                <a:lnTo>
                  <a:pt x="47655" y="66675"/>
                </a:lnTo>
                <a:cubicBezTo>
                  <a:pt x="52923" y="66675"/>
                  <a:pt x="57180" y="62419"/>
                  <a:pt x="57180" y="57150"/>
                </a:cubicBezTo>
                <a:cubicBezTo>
                  <a:pt x="57180" y="51881"/>
                  <a:pt x="52923" y="47625"/>
                  <a:pt x="47655" y="47625"/>
                </a:cubicBezTo>
                <a:lnTo>
                  <a:pt x="36255" y="47625"/>
                </a:lnTo>
                <a:cubicBezTo>
                  <a:pt x="46107" y="30540"/>
                  <a:pt x="64591" y="19050"/>
                  <a:pt x="85725" y="19050"/>
                </a:cubicBezTo>
                <a:close/>
                <a:moveTo>
                  <a:pt x="92869" y="45244"/>
                </a:moveTo>
                <a:cubicBezTo>
                  <a:pt x="92869" y="41285"/>
                  <a:pt x="89684" y="38100"/>
                  <a:pt x="85725" y="38100"/>
                </a:cubicBezTo>
                <a:cubicBezTo>
                  <a:pt x="81766" y="38100"/>
                  <a:pt x="78581" y="41285"/>
                  <a:pt x="78581" y="45244"/>
                </a:cubicBezTo>
                <a:lnTo>
                  <a:pt x="78581" y="76200"/>
                </a:lnTo>
                <a:cubicBezTo>
                  <a:pt x="78581" y="78105"/>
                  <a:pt x="79325" y="79921"/>
                  <a:pt x="80665" y="81260"/>
                </a:cubicBezTo>
                <a:lnTo>
                  <a:pt x="102096" y="102691"/>
                </a:lnTo>
                <a:cubicBezTo>
                  <a:pt x="104894" y="105489"/>
                  <a:pt x="109418" y="105489"/>
                  <a:pt x="112187" y="102691"/>
                </a:cubicBezTo>
                <a:cubicBezTo>
                  <a:pt x="114955" y="99893"/>
                  <a:pt x="114985" y="95369"/>
                  <a:pt x="112187" y="92601"/>
                </a:cubicBezTo>
                <a:lnTo>
                  <a:pt x="92839" y="73253"/>
                </a:lnTo>
                <a:lnTo>
                  <a:pt x="92839" y="45244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654510" y="2819400"/>
            <a:ext cx="116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Message History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87810" y="31242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Revisit past threads with full conversation context preservation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9600" y="3810000"/>
            <a:ext cx="3476625" cy="990600"/>
          </a:xfrm>
          <a:custGeom>
            <a:avLst/>
            <a:gdLst/>
            <a:ahLst/>
            <a:cxnLst/>
            <a:rect l="l" t="t" r="r" b="b"/>
            <a:pathLst>
              <a:path w="3476625" h="990600">
                <a:moveTo>
                  <a:pt x="114295" y="0"/>
                </a:moveTo>
                <a:lnTo>
                  <a:pt x="3362330" y="0"/>
                </a:lnTo>
                <a:cubicBezTo>
                  <a:pt x="3425411" y="0"/>
                  <a:pt x="3476625" y="51214"/>
                  <a:pt x="3476625" y="114295"/>
                </a:cubicBezTo>
                <a:lnTo>
                  <a:pt x="3476625" y="876305"/>
                </a:lnTo>
                <a:cubicBezTo>
                  <a:pt x="3476625" y="939386"/>
                  <a:pt x="3425411" y="990600"/>
                  <a:pt x="3362330" y="990600"/>
                </a:cubicBezTo>
                <a:lnTo>
                  <a:pt x="114295" y="990600"/>
                </a:lnTo>
                <a:cubicBezTo>
                  <a:pt x="51214" y="990600"/>
                  <a:pt x="0" y="939386"/>
                  <a:pt x="0" y="8763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1050" y="4000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1028700" y="3962400"/>
            <a:ext cx="110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Awareness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4267200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Surface flagged risk messages with safety protocols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35410" y="3810000"/>
            <a:ext cx="3476625" cy="990600"/>
          </a:xfrm>
          <a:custGeom>
            <a:avLst/>
            <a:gdLst/>
            <a:ahLst/>
            <a:cxnLst/>
            <a:rect l="l" t="t" r="r" b="b"/>
            <a:pathLst>
              <a:path w="3476625" h="990600">
                <a:moveTo>
                  <a:pt x="114295" y="0"/>
                </a:moveTo>
                <a:lnTo>
                  <a:pt x="3362330" y="0"/>
                </a:lnTo>
                <a:cubicBezTo>
                  <a:pt x="3425411" y="0"/>
                  <a:pt x="3476625" y="51214"/>
                  <a:pt x="3476625" y="114295"/>
                </a:cubicBezTo>
                <a:lnTo>
                  <a:pt x="3476625" y="876305"/>
                </a:lnTo>
                <a:cubicBezTo>
                  <a:pt x="3476625" y="939386"/>
                  <a:pt x="3425411" y="990600"/>
                  <a:pt x="3362330" y="990600"/>
                </a:cubicBezTo>
                <a:lnTo>
                  <a:pt x="114295" y="990600"/>
                </a:lnTo>
                <a:cubicBezTo>
                  <a:pt x="51214" y="990600"/>
                  <a:pt x="0" y="939386"/>
                  <a:pt x="0" y="8763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406860" y="4000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4654510" y="3962400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Contextual Understanding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387810" y="42672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adapts responses based on mood history and user patterns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35541" y="1645920"/>
            <a:ext cx="3663315" cy="2491740"/>
          </a:xfrm>
          <a:custGeom>
            <a:avLst/>
            <a:gdLst/>
            <a:ahLst/>
            <a:cxnLst/>
            <a:rect l="l" t="t" r="r" b="b"/>
            <a:pathLst>
              <a:path w="3663315" h="2491740">
                <a:moveTo>
                  <a:pt x="152395" y="0"/>
                </a:moveTo>
                <a:lnTo>
                  <a:pt x="3510920" y="0"/>
                </a:lnTo>
                <a:cubicBezTo>
                  <a:pt x="3595086" y="0"/>
                  <a:pt x="3663315" y="68229"/>
                  <a:pt x="3663315" y="152395"/>
                </a:cubicBezTo>
                <a:lnTo>
                  <a:pt x="3663315" y="2339345"/>
                </a:lnTo>
                <a:cubicBezTo>
                  <a:pt x="3663315" y="2423511"/>
                  <a:pt x="3595086" y="2491740"/>
                  <a:pt x="3510920" y="2491740"/>
                </a:cubicBezTo>
                <a:lnTo>
                  <a:pt x="152395" y="2491740"/>
                </a:lnTo>
                <a:cubicBezTo>
                  <a:pt x="68229" y="2491740"/>
                  <a:pt x="0" y="2423511"/>
                  <a:pt x="0" y="233934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10B981">
                <a:alpha val="20000"/>
              </a:srgbClr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333661" y="18440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/>
              </a:gs>
              <a:gs pos="100000">
                <a:srgbClr val="059669"/>
              </a:gs>
            </a:gsLst>
            <a:lin ang="2700000" scaled="1"/>
          </a:gradFill>
          <a:ln/>
        </p:spPr>
      </p:sp>
      <p:sp>
        <p:nvSpPr>
          <p:cNvPr id="28" name="Shape 26"/>
          <p:cNvSpPr/>
          <p:nvPr/>
        </p:nvSpPr>
        <p:spPr>
          <a:xfrm>
            <a:off x="8467011" y="197739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8905161" y="1939291"/>
            <a:ext cx="175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Insights &amp; Analytics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47948" y="245364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8552736" y="2415541"/>
            <a:ext cx="136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summaries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347948" y="272034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8552736" y="2682241"/>
            <a:ext cx="139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Mood trends over time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47948" y="298704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8552736" y="2948941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Mood distribution charts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47948" y="325374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8552736" y="3215641"/>
            <a:ext cx="136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Day-of-week patterns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47948" y="352044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8552736" y="3482341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Time-of-day analysis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47948" y="378714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8552736" y="3749041"/>
            <a:ext cx="120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activity insights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135541" y="4305300"/>
            <a:ext cx="3663315" cy="1691640"/>
          </a:xfrm>
          <a:custGeom>
            <a:avLst/>
            <a:gdLst/>
            <a:ahLst/>
            <a:cxnLst/>
            <a:rect l="l" t="t" r="r" b="b"/>
            <a:pathLst>
              <a:path w="3663315" h="1691640">
                <a:moveTo>
                  <a:pt x="152400" y="0"/>
                </a:moveTo>
                <a:lnTo>
                  <a:pt x="3510915" y="0"/>
                </a:lnTo>
                <a:cubicBezTo>
                  <a:pt x="3595083" y="0"/>
                  <a:pt x="3663315" y="68232"/>
                  <a:pt x="3663315" y="152400"/>
                </a:cubicBezTo>
                <a:lnTo>
                  <a:pt x="3663315" y="1539240"/>
                </a:lnTo>
                <a:cubicBezTo>
                  <a:pt x="3663315" y="1623408"/>
                  <a:pt x="3595083" y="1691640"/>
                  <a:pt x="3510915" y="1691640"/>
                </a:cubicBezTo>
                <a:lnTo>
                  <a:pt x="152400" y="1691640"/>
                </a:lnTo>
                <a:cubicBezTo>
                  <a:pt x="68232" y="1691640"/>
                  <a:pt x="0" y="1623408"/>
                  <a:pt x="0" y="153924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F59E0B">
                <a:alpha val="20000"/>
              </a:srgbClr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333661" y="45034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/>
              </a:gs>
              <a:gs pos="100000">
                <a:srgbClr val="D97706"/>
              </a:gs>
            </a:gsLst>
            <a:lin ang="2700000" scaled="1"/>
          </a:gradFill>
          <a:ln/>
        </p:spPr>
      </p:sp>
      <p:sp>
        <p:nvSpPr>
          <p:cNvPr id="44" name="Shape 42"/>
          <p:cNvSpPr/>
          <p:nvPr/>
        </p:nvSpPr>
        <p:spPr>
          <a:xfrm>
            <a:off x="8467011" y="463677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270" y="4539"/>
                </a:moveTo>
                <a:lnTo>
                  <a:pt x="115453" y="37356"/>
                </a:lnTo>
                <a:lnTo>
                  <a:pt x="153144" y="75047"/>
                </a:lnTo>
                <a:lnTo>
                  <a:pt x="185961" y="42230"/>
                </a:lnTo>
                <a:cubicBezTo>
                  <a:pt x="188863" y="39291"/>
                  <a:pt x="190500" y="35347"/>
                  <a:pt x="190500" y="31254"/>
                </a:cubicBezTo>
                <a:cubicBezTo>
                  <a:pt x="190500" y="27161"/>
                  <a:pt x="188863" y="23217"/>
                  <a:pt x="185961" y="20278"/>
                </a:cubicBezTo>
                <a:lnTo>
                  <a:pt x="170222" y="4539"/>
                </a:lnTo>
                <a:cubicBezTo>
                  <a:pt x="167283" y="1637"/>
                  <a:pt x="163339" y="0"/>
                  <a:pt x="159246" y="0"/>
                </a:cubicBezTo>
                <a:cubicBezTo>
                  <a:pt x="155153" y="0"/>
                  <a:pt x="151209" y="1637"/>
                  <a:pt x="148270" y="4539"/>
                </a:cubicBezTo>
                <a:close/>
                <a:moveTo>
                  <a:pt x="102840" y="49969"/>
                </a:moveTo>
                <a:lnTo>
                  <a:pt x="4539" y="148270"/>
                </a:lnTo>
                <a:cubicBezTo>
                  <a:pt x="1637" y="151209"/>
                  <a:pt x="0" y="155153"/>
                  <a:pt x="0" y="159246"/>
                </a:cubicBezTo>
                <a:cubicBezTo>
                  <a:pt x="0" y="163339"/>
                  <a:pt x="1637" y="167283"/>
                  <a:pt x="4539" y="170222"/>
                </a:cubicBezTo>
                <a:lnTo>
                  <a:pt x="20278" y="185961"/>
                </a:lnTo>
                <a:cubicBezTo>
                  <a:pt x="23217" y="188863"/>
                  <a:pt x="27161" y="190500"/>
                  <a:pt x="31254" y="190500"/>
                </a:cubicBezTo>
                <a:cubicBezTo>
                  <a:pt x="35347" y="190500"/>
                  <a:pt x="39291" y="188863"/>
                  <a:pt x="42230" y="185961"/>
                </a:cubicBezTo>
                <a:lnTo>
                  <a:pt x="140531" y="87660"/>
                </a:lnTo>
                <a:lnTo>
                  <a:pt x="102840" y="499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8905161" y="4598670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40804" y="5113020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69093" y="-4219"/>
                </a:moveTo>
                <a:cubicBezTo>
                  <a:pt x="68178" y="-6005"/>
                  <a:pt x="66325" y="-7144"/>
                  <a:pt x="64316" y="-7144"/>
                </a:cubicBezTo>
                <a:cubicBezTo>
                  <a:pt x="62307" y="-7144"/>
                  <a:pt x="60454" y="-6005"/>
                  <a:pt x="59539" y="-4219"/>
                </a:cubicBezTo>
                <a:lnTo>
                  <a:pt x="43108" y="27972"/>
                </a:lnTo>
                <a:lnTo>
                  <a:pt x="7412" y="33643"/>
                </a:lnTo>
                <a:cubicBezTo>
                  <a:pt x="5425" y="33955"/>
                  <a:pt x="3773" y="35362"/>
                  <a:pt x="3148" y="37281"/>
                </a:cubicBezTo>
                <a:cubicBezTo>
                  <a:pt x="2523" y="39201"/>
                  <a:pt x="3036" y="41300"/>
                  <a:pt x="4443" y="42729"/>
                </a:cubicBezTo>
                <a:lnTo>
                  <a:pt x="29981" y="68290"/>
                </a:lnTo>
                <a:lnTo>
                  <a:pt x="24356" y="103986"/>
                </a:lnTo>
                <a:cubicBezTo>
                  <a:pt x="24043" y="105973"/>
                  <a:pt x="24869" y="107982"/>
                  <a:pt x="26499" y="109165"/>
                </a:cubicBezTo>
                <a:cubicBezTo>
                  <a:pt x="28129" y="110349"/>
                  <a:pt x="30272" y="110527"/>
                  <a:pt x="32080" y="109612"/>
                </a:cubicBezTo>
                <a:lnTo>
                  <a:pt x="64316" y="93226"/>
                </a:lnTo>
                <a:lnTo>
                  <a:pt x="96530" y="109612"/>
                </a:lnTo>
                <a:cubicBezTo>
                  <a:pt x="98316" y="110527"/>
                  <a:pt x="100481" y="110349"/>
                  <a:pt x="102111" y="109165"/>
                </a:cubicBezTo>
                <a:cubicBezTo>
                  <a:pt x="103741" y="107982"/>
                  <a:pt x="104567" y="105995"/>
                  <a:pt x="104254" y="103986"/>
                </a:cubicBezTo>
                <a:lnTo>
                  <a:pt x="98606" y="68290"/>
                </a:lnTo>
                <a:lnTo>
                  <a:pt x="124145" y="42729"/>
                </a:lnTo>
                <a:cubicBezTo>
                  <a:pt x="125574" y="41300"/>
                  <a:pt x="126065" y="39201"/>
                  <a:pt x="125440" y="37281"/>
                </a:cubicBezTo>
                <a:cubicBezTo>
                  <a:pt x="124815" y="35362"/>
                  <a:pt x="123185" y="33955"/>
                  <a:pt x="121176" y="33643"/>
                </a:cubicBezTo>
                <a:lnTo>
                  <a:pt x="85502" y="27972"/>
                </a:lnTo>
                <a:lnTo>
                  <a:pt x="69093" y="-4219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8552736" y="5074920"/>
            <a:ext cx="1514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Personalized next actions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340804" y="5379720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69093" y="-4219"/>
                </a:moveTo>
                <a:cubicBezTo>
                  <a:pt x="68178" y="-6005"/>
                  <a:pt x="66325" y="-7144"/>
                  <a:pt x="64316" y="-7144"/>
                </a:cubicBezTo>
                <a:cubicBezTo>
                  <a:pt x="62307" y="-7144"/>
                  <a:pt x="60454" y="-6005"/>
                  <a:pt x="59539" y="-4219"/>
                </a:cubicBezTo>
                <a:lnTo>
                  <a:pt x="43108" y="27972"/>
                </a:lnTo>
                <a:lnTo>
                  <a:pt x="7412" y="33643"/>
                </a:lnTo>
                <a:cubicBezTo>
                  <a:pt x="5425" y="33955"/>
                  <a:pt x="3773" y="35362"/>
                  <a:pt x="3148" y="37281"/>
                </a:cubicBezTo>
                <a:cubicBezTo>
                  <a:pt x="2523" y="39201"/>
                  <a:pt x="3036" y="41300"/>
                  <a:pt x="4443" y="42729"/>
                </a:cubicBezTo>
                <a:lnTo>
                  <a:pt x="29981" y="68290"/>
                </a:lnTo>
                <a:lnTo>
                  <a:pt x="24356" y="103986"/>
                </a:lnTo>
                <a:cubicBezTo>
                  <a:pt x="24043" y="105973"/>
                  <a:pt x="24869" y="107982"/>
                  <a:pt x="26499" y="109165"/>
                </a:cubicBezTo>
                <a:cubicBezTo>
                  <a:pt x="28129" y="110349"/>
                  <a:pt x="30272" y="110527"/>
                  <a:pt x="32080" y="109612"/>
                </a:cubicBezTo>
                <a:lnTo>
                  <a:pt x="64316" y="93226"/>
                </a:lnTo>
                <a:lnTo>
                  <a:pt x="96530" y="109612"/>
                </a:lnTo>
                <a:cubicBezTo>
                  <a:pt x="98316" y="110527"/>
                  <a:pt x="100481" y="110349"/>
                  <a:pt x="102111" y="109165"/>
                </a:cubicBezTo>
                <a:cubicBezTo>
                  <a:pt x="103741" y="107982"/>
                  <a:pt x="104567" y="105995"/>
                  <a:pt x="104254" y="103986"/>
                </a:cubicBezTo>
                <a:lnTo>
                  <a:pt x="98606" y="68290"/>
                </a:lnTo>
                <a:lnTo>
                  <a:pt x="124145" y="42729"/>
                </a:lnTo>
                <a:cubicBezTo>
                  <a:pt x="125574" y="41300"/>
                  <a:pt x="126065" y="39201"/>
                  <a:pt x="125440" y="37281"/>
                </a:cubicBezTo>
                <a:cubicBezTo>
                  <a:pt x="124815" y="35362"/>
                  <a:pt x="123185" y="33955"/>
                  <a:pt x="121176" y="33643"/>
                </a:cubicBezTo>
                <a:lnTo>
                  <a:pt x="85502" y="27972"/>
                </a:lnTo>
                <a:lnTo>
                  <a:pt x="69093" y="-4219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8552736" y="5341620"/>
            <a:ext cx="1695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 complete or dismissed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340804" y="5646420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69093" y="-4219"/>
                </a:moveTo>
                <a:cubicBezTo>
                  <a:pt x="68178" y="-6005"/>
                  <a:pt x="66325" y="-7144"/>
                  <a:pt x="64316" y="-7144"/>
                </a:cubicBezTo>
                <a:cubicBezTo>
                  <a:pt x="62307" y="-7144"/>
                  <a:pt x="60454" y="-6005"/>
                  <a:pt x="59539" y="-4219"/>
                </a:cubicBezTo>
                <a:lnTo>
                  <a:pt x="43108" y="27972"/>
                </a:lnTo>
                <a:lnTo>
                  <a:pt x="7412" y="33643"/>
                </a:lnTo>
                <a:cubicBezTo>
                  <a:pt x="5425" y="33955"/>
                  <a:pt x="3773" y="35362"/>
                  <a:pt x="3148" y="37281"/>
                </a:cubicBezTo>
                <a:cubicBezTo>
                  <a:pt x="2523" y="39201"/>
                  <a:pt x="3036" y="41300"/>
                  <a:pt x="4443" y="42729"/>
                </a:cubicBezTo>
                <a:lnTo>
                  <a:pt x="29981" y="68290"/>
                </a:lnTo>
                <a:lnTo>
                  <a:pt x="24356" y="103986"/>
                </a:lnTo>
                <a:cubicBezTo>
                  <a:pt x="24043" y="105973"/>
                  <a:pt x="24869" y="107982"/>
                  <a:pt x="26499" y="109165"/>
                </a:cubicBezTo>
                <a:cubicBezTo>
                  <a:pt x="28129" y="110349"/>
                  <a:pt x="30272" y="110527"/>
                  <a:pt x="32080" y="109612"/>
                </a:cubicBezTo>
                <a:lnTo>
                  <a:pt x="64316" y="93226"/>
                </a:lnTo>
                <a:lnTo>
                  <a:pt x="96530" y="109612"/>
                </a:lnTo>
                <a:cubicBezTo>
                  <a:pt x="98316" y="110527"/>
                  <a:pt x="100481" y="110349"/>
                  <a:pt x="102111" y="109165"/>
                </a:cubicBezTo>
                <a:cubicBezTo>
                  <a:pt x="103741" y="107982"/>
                  <a:pt x="104567" y="105995"/>
                  <a:pt x="104254" y="103986"/>
                </a:cubicBezTo>
                <a:lnTo>
                  <a:pt x="98606" y="68290"/>
                </a:lnTo>
                <a:lnTo>
                  <a:pt x="124145" y="42729"/>
                </a:lnTo>
                <a:cubicBezTo>
                  <a:pt x="125574" y="41300"/>
                  <a:pt x="126065" y="39201"/>
                  <a:pt x="125440" y="37281"/>
                </a:cubicBezTo>
                <a:cubicBezTo>
                  <a:pt x="124815" y="35362"/>
                  <a:pt x="123185" y="33955"/>
                  <a:pt x="121176" y="33643"/>
                </a:cubicBezTo>
                <a:lnTo>
                  <a:pt x="85502" y="27972"/>
                </a:lnTo>
                <a:lnTo>
                  <a:pt x="69093" y="-4219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8552736" y="5608320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 to interventions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9790" y="319790"/>
            <a:ext cx="11608383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b="1" spc="88" kern="0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&amp; Gamification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9790" y="543643"/>
            <a:ext cx="11744294" cy="38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22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Engagement &amp; Community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9790" y="991350"/>
            <a:ext cx="11624372" cy="22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dirty="0">
                <a:solidFill>
                  <a:srgbClr val="6A72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 that drive user retention and community building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6186" y="1381494"/>
            <a:ext cx="5681072" cy="2890903"/>
          </a:xfrm>
          <a:custGeom>
            <a:avLst/>
            <a:gdLst/>
            <a:ahLst/>
            <a:cxnLst/>
            <a:rect l="l" t="t" r="r" b="b"/>
            <a:pathLst>
              <a:path w="5681072" h="2890903">
                <a:moveTo>
                  <a:pt x="127922" y="0"/>
                </a:moveTo>
                <a:lnTo>
                  <a:pt x="5553150" y="0"/>
                </a:lnTo>
                <a:cubicBezTo>
                  <a:pt x="5623799" y="0"/>
                  <a:pt x="5681072" y="57273"/>
                  <a:pt x="5681072" y="127922"/>
                </a:cubicBezTo>
                <a:lnTo>
                  <a:pt x="5681072" y="2762981"/>
                </a:lnTo>
                <a:cubicBezTo>
                  <a:pt x="5681072" y="2833630"/>
                  <a:pt x="5623799" y="2890903"/>
                  <a:pt x="5553150" y="2890903"/>
                </a:cubicBezTo>
                <a:lnTo>
                  <a:pt x="127922" y="2890903"/>
                </a:lnTo>
                <a:cubicBezTo>
                  <a:pt x="57273" y="2890903"/>
                  <a:pt x="0" y="2833630"/>
                  <a:pt x="0" y="2762981"/>
                </a:cubicBezTo>
                <a:lnTo>
                  <a:pt x="0" y="127922"/>
                </a:lnTo>
                <a:cubicBezTo>
                  <a:pt x="0" y="57273"/>
                  <a:pt x="57273" y="0"/>
                  <a:pt x="127922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6366F1">
                <a:alpha val="20000"/>
              </a:srgbClr>
            </a:solidFill>
            <a:prstDash val="solid"/>
          </a:ln>
          <a:effectLst>
            <a:outerShdw sx="100000" sy="100000" kx="0" ky="0" algn="bl" rotWithShape="0" blurRad="23984" dist="7995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92477" y="1547785"/>
            <a:ext cx="447706" cy="447706"/>
          </a:xfrm>
          <a:custGeom>
            <a:avLst/>
            <a:gdLst/>
            <a:ahLst/>
            <a:cxnLst/>
            <a:rect l="l" t="t" r="r" b="b"/>
            <a:pathLst>
              <a:path w="447706" h="447706">
                <a:moveTo>
                  <a:pt x="95939" y="0"/>
                </a:moveTo>
                <a:lnTo>
                  <a:pt x="351767" y="0"/>
                </a:lnTo>
                <a:cubicBezTo>
                  <a:pt x="404717" y="0"/>
                  <a:pt x="447706" y="42989"/>
                  <a:pt x="447706" y="95939"/>
                </a:cubicBezTo>
                <a:lnTo>
                  <a:pt x="447706" y="351767"/>
                </a:lnTo>
                <a:cubicBezTo>
                  <a:pt x="447706" y="404753"/>
                  <a:pt x="404753" y="447706"/>
                  <a:pt x="351767" y="447706"/>
                </a:cubicBezTo>
                <a:lnTo>
                  <a:pt x="95939" y="447706"/>
                </a:lnTo>
                <a:cubicBezTo>
                  <a:pt x="42989" y="447706"/>
                  <a:pt x="0" y="404717"/>
                  <a:pt x="0" y="351767"/>
                </a:cubicBezTo>
                <a:lnTo>
                  <a:pt x="0" y="95939"/>
                </a:lnTo>
                <a:cubicBezTo>
                  <a:pt x="0" y="42989"/>
                  <a:pt x="42989" y="0"/>
                  <a:pt x="95939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/>
              </a:gs>
              <a:gs pos="100000">
                <a:srgbClr val="4F46E5"/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620393" y="1675701"/>
            <a:ext cx="191874" cy="191874"/>
          </a:xfrm>
          <a:custGeom>
            <a:avLst/>
            <a:gdLst/>
            <a:ahLst/>
            <a:cxnLst/>
            <a:rect l="l" t="t" r="r" b="b"/>
            <a:pathLst>
              <a:path w="191874" h="191874">
                <a:moveTo>
                  <a:pt x="95937" y="56963"/>
                </a:moveTo>
                <a:cubicBezTo>
                  <a:pt x="114138" y="56963"/>
                  <a:pt x="128915" y="42186"/>
                  <a:pt x="128915" y="23984"/>
                </a:cubicBezTo>
                <a:cubicBezTo>
                  <a:pt x="128915" y="5783"/>
                  <a:pt x="114138" y="-8994"/>
                  <a:pt x="95937" y="-8994"/>
                </a:cubicBezTo>
                <a:cubicBezTo>
                  <a:pt x="77736" y="-8994"/>
                  <a:pt x="62959" y="5783"/>
                  <a:pt x="62959" y="23984"/>
                </a:cubicBezTo>
                <a:cubicBezTo>
                  <a:pt x="62959" y="42186"/>
                  <a:pt x="77736" y="56963"/>
                  <a:pt x="95937" y="56963"/>
                </a:cubicBezTo>
                <a:close/>
                <a:moveTo>
                  <a:pt x="95937" y="168902"/>
                </a:moveTo>
                <a:lnTo>
                  <a:pt x="95937" y="112951"/>
                </a:lnTo>
                <a:cubicBezTo>
                  <a:pt x="102046" y="110403"/>
                  <a:pt x="108266" y="107817"/>
                  <a:pt x="114562" y="105193"/>
                </a:cubicBezTo>
                <a:cubicBezTo>
                  <a:pt x="129178" y="99122"/>
                  <a:pt x="144842" y="95975"/>
                  <a:pt x="160695" y="95975"/>
                </a:cubicBezTo>
                <a:lnTo>
                  <a:pt x="167890" y="95975"/>
                </a:lnTo>
                <a:lnTo>
                  <a:pt x="167890" y="155935"/>
                </a:lnTo>
                <a:lnTo>
                  <a:pt x="160695" y="155935"/>
                </a:lnTo>
                <a:cubicBezTo>
                  <a:pt x="138547" y="155935"/>
                  <a:pt x="116586" y="160320"/>
                  <a:pt x="96124" y="168864"/>
                </a:cubicBezTo>
                <a:lnTo>
                  <a:pt x="95937" y="168939"/>
                </a:lnTo>
                <a:close/>
                <a:moveTo>
                  <a:pt x="95937" y="86943"/>
                </a:moveTo>
                <a:lnTo>
                  <a:pt x="86531" y="83008"/>
                </a:lnTo>
                <a:cubicBezTo>
                  <a:pt x="68992" y="75700"/>
                  <a:pt x="50180" y="71953"/>
                  <a:pt x="31180" y="71953"/>
                </a:cubicBezTo>
                <a:lnTo>
                  <a:pt x="17988" y="71953"/>
                </a:lnTo>
                <a:cubicBezTo>
                  <a:pt x="8057" y="71953"/>
                  <a:pt x="0" y="80010"/>
                  <a:pt x="0" y="89941"/>
                </a:cubicBezTo>
                <a:lnTo>
                  <a:pt x="0" y="161894"/>
                </a:lnTo>
                <a:cubicBezTo>
                  <a:pt x="0" y="171825"/>
                  <a:pt x="8057" y="179882"/>
                  <a:pt x="17988" y="179882"/>
                </a:cubicBezTo>
                <a:lnTo>
                  <a:pt x="31180" y="179882"/>
                </a:lnTo>
                <a:cubicBezTo>
                  <a:pt x="50180" y="179882"/>
                  <a:pt x="68992" y="183630"/>
                  <a:pt x="86531" y="190937"/>
                </a:cubicBezTo>
                <a:lnTo>
                  <a:pt x="91328" y="192923"/>
                </a:lnTo>
                <a:cubicBezTo>
                  <a:pt x="94288" y="194160"/>
                  <a:pt x="97586" y="194160"/>
                  <a:pt x="100547" y="192923"/>
                </a:cubicBezTo>
                <a:lnTo>
                  <a:pt x="105343" y="190937"/>
                </a:lnTo>
                <a:cubicBezTo>
                  <a:pt x="122882" y="183630"/>
                  <a:pt x="141695" y="179882"/>
                  <a:pt x="160695" y="179882"/>
                </a:cubicBezTo>
                <a:lnTo>
                  <a:pt x="173886" y="179882"/>
                </a:lnTo>
                <a:cubicBezTo>
                  <a:pt x="183817" y="179882"/>
                  <a:pt x="191874" y="171825"/>
                  <a:pt x="191874" y="161894"/>
                </a:cubicBezTo>
                <a:lnTo>
                  <a:pt x="191874" y="89941"/>
                </a:lnTo>
                <a:cubicBezTo>
                  <a:pt x="191874" y="80010"/>
                  <a:pt x="183817" y="71953"/>
                  <a:pt x="173886" y="71953"/>
                </a:cubicBezTo>
                <a:lnTo>
                  <a:pt x="160695" y="71953"/>
                </a:lnTo>
                <a:cubicBezTo>
                  <a:pt x="141695" y="71953"/>
                  <a:pt x="122882" y="75700"/>
                  <a:pt x="105343" y="83008"/>
                </a:cubicBezTo>
                <a:lnTo>
                  <a:pt x="95937" y="8694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36120" y="1563775"/>
            <a:ext cx="1838793" cy="255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11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Playbooks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6120" y="1819507"/>
            <a:ext cx="1798820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dirty="0">
                <a:solidFill>
                  <a:srgbClr val="6A72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Guided self-improvement programs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2477" y="2123407"/>
            <a:ext cx="5348490" cy="447706"/>
          </a:xfrm>
          <a:custGeom>
            <a:avLst/>
            <a:gdLst/>
            <a:ahLst/>
            <a:cxnLst/>
            <a:rect l="l" t="t" r="r" b="b"/>
            <a:pathLst>
              <a:path w="5348490" h="447706">
                <a:moveTo>
                  <a:pt x="63959" y="0"/>
                </a:moveTo>
                <a:lnTo>
                  <a:pt x="5284531" y="0"/>
                </a:lnTo>
                <a:cubicBezTo>
                  <a:pt x="5319855" y="0"/>
                  <a:pt x="5348490" y="28636"/>
                  <a:pt x="5348490" y="63959"/>
                </a:cubicBezTo>
                <a:lnTo>
                  <a:pt x="5348490" y="383747"/>
                </a:lnTo>
                <a:cubicBezTo>
                  <a:pt x="5348490" y="419071"/>
                  <a:pt x="5319855" y="447706"/>
                  <a:pt x="5284531" y="447706"/>
                </a:cubicBezTo>
                <a:lnTo>
                  <a:pt x="63959" y="447706"/>
                </a:lnTo>
                <a:cubicBezTo>
                  <a:pt x="28636" y="447706"/>
                  <a:pt x="0" y="419071"/>
                  <a:pt x="0" y="383747"/>
                </a:cubicBezTo>
                <a:lnTo>
                  <a:pt x="0" y="63959"/>
                </a:lnTo>
                <a:cubicBezTo>
                  <a:pt x="0" y="28659"/>
                  <a:pt x="28659" y="0"/>
                  <a:pt x="63959" y="0"/>
                </a:cubicBezTo>
                <a:close/>
              </a:path>
            </a:pathLst>
          </a:custGeom>
          <a:solidFill>
            <a:srgbClr val="6366F1">
              <a:alpha val="5098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88414" y="2219345"/>
            <a:ext cx="255832" cy="255832"/>
          </a:xfrm>
          <a:custGeom>
            <a:avLst/>
            <a:gdLst/>
            <a:ahLst/>
            <a:cxnLst/>
            <a:rect l="l" t="t" r="r" b="b"/>
            <a:pathLst>
              <a:path w="255832" h="255832">
                <a:moveTo>
                  <a:pt x="63958" y="0"/>
                </a:moveTo>
                <a:lnTo>
                  <a:pt x="191874" y="0"/>
                </a:lnTo>
                <a:cubicBezTo>
                  <a:pt x="227197" y="0"/>
                  <a:pt x="255832" y="28635"/>
                  <a:pt x="255832" y="63958"/>
                </a:cubicBezTo>
                <a:lnTo>
                  <a:pt x="255832" y="191874"/>
                </a:lnTo>
                <a:cubicBezTo>
                  <a:pt x="255832" y="227197"/>
                  <a:pt x="227197" y="255832"/>
                  <a:pt x="191874" y="255832"/>
                </a:cubicBezTo>
                <a:lnTo>
                  <a:pt x="63958" y="255832"/>
                </a:lnTo>
                <a:cubicBezTo>
                  <a:pt x="28635" y="255832"/>
                  <a:pt x="0" y="227197"/>
                  <a:pt x="0" y="191874"/>
                </a:cubicBezTo>
                <a:lnTo>
                  <a:pt x="0" y="63958"/>
                </a:lnTo>
                <a:cubicBezTo>
                  <a:pt x="0" y="28659"/>
                  <a:pt x="28659" y="0"/>
                  <a:pt x="63958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560432" y="2219345"/>
            <a:ext cx="311795" cy="255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40183" y="2267313"/>
            <a:ext cx="1718872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Browse guided wellness programs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2477" y="2635072"/>
            <a:ext cx="5348490" cy="447706"/>
          </a:xfrm>
          <a:custGeom>
            <a:avLst/>
            <a:gdLst/>
            <a:ahLst/>
            <a:cxnLst/>
            <a:rect l="l" t="t" r="r" b="b"/>
            <a:pathLst>
              <a:path w="5348490" h="447706">
                <a:moveTo>
                  <a:pt x="63959" y="0"/>
                </a:moveTo>
                <a:lnTo>
                  <a:pt x="5284531" y="0"/>
                </a:lnTo>
                <a:cubicBezTo>
                  <a:pt x="5319855" y="0"/>
                  <a:pt x="5348490" y="28636"/>
                  <a:pt x="5348490" y="63959"/>
                </a:cubicBezTo>
                <a:lnTo>
                  <a:pt x="5348490" y="383747"/>
                </a:lnTo>
                <a:cubicBezTo>
                  <a:pt x="5348490" y="419071"/>
                  <a:pt x="5319855" y="447706"/>
                  <a:pt x="5284531" y="447706"/>
                </a:cubicBezTo>
                <a:lnTo>
                  <a:pt x="63959" y="447706"/>
                </a:lnTo>
                <a:cubicBezTo>
                  <a:pt x="28636" y="447706"/>
                  <a:pt x="0" y="419071"/>
                  <a:pt x="0" y="383747"/>
                </a:cubicBezTo>
                <a:lnTo>
                  <a:pt x="0" y="63959"/>
                </a:lnTo>
                <a:cubicBezTo>
                  <a:pt x="0" y="28659"/>
                  <a:pt x="28659" y="0"/>
                  <a:pt x="63959" y="0"/>
                </a:cubicBezTo>
                <a:close/>
              </a:path>
            </a:pathLst>
          </a:custGeom>
          <a:solidFill>
            <a:srgbClr val="6366F1">
              <a:alpha val="5098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88414" y="2731009"/>
            <a:ext cx="255832" cy="255832"/>
          </a:xfrm>
          <a:custGeom>
            <a:avLst/>
            <a:gdLst/>
            <a:ahLst/>
            <a:cxnLst/>
            <a:rect l="l" t="t" r="r" b="b"/>
            <a:pathLst>
              <a:path w="255832" h="255832">
                <a:moveTo>
                  <a:pt x="63958" y="0"/>
                </a:moveTo>
                <a:lnTo>
                  <a:pt x="191874" y="0"/>
                </a:lnTo>
                <a:cubicBezTo>
                  <a:pt x="227197" y="0"/>
                  <a:pt x="255832" y="28635"/>
                  <a:pt x="255832" y="63958"/>
                </a:cubicBezTo>
                <a:lnTo>
                  <a:pt x="255832" y="191874"/>
                </a:lnTo>
                <a:cubicBezTo>
                  <a:pt x="255832" y="227197"/>
                  <a:pt x="227197" y="255832"/>
                  <a:pt x="191874" y="255832"/>
                </a:cubicBezTo>
                <a:lnTo>
                  <a:pt x="63958" y="255832"/>
                </a:lnTo>
                <a:cubicBezTo>
                  <a:pt x="28635" y="255832"/>
                  <a:pt x="0" y="227197"/>
                  <a:pt x="0" y="191874"/>
                </a:cubicBezTo>
                <a:lnTo>
                  <a:pt x="0" y="63958"/>
                </a:lnTo>
                <a:cubicBezTo>
                  <a:pt x="0" y="28659"/>
                  <a:pt x="28659" y="0"/>
                  <a:pt x="63958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560432" y="2731009"/>
            <a:ext cx="311795" cy="255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40183" y="2778977"/>
            <a:ext cx="1495019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Enroll and inspect lesson flow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2477" y="3146736"/>
            <a:ext cx="5348490" cy="447706"/>
          </a:xfrm>
          <a:custGeom>
            <a:avLst/>
            <a:gdLst/>
            <a:ahLst/>
            <a:cxnLst/>
            <a:rect l="l" t="t" r="r" b="b"/>
            <a:pathLst>
              <a:path w="5348490" h="447706">
                <a:moveTo>
                  <a:pt x="63959" y="0"/>
                </a:moveTo>
                <a:lnTo>
                  <a:pt x="5284531" y="0"/>
                </a:lnTo>
                <a:cubicBezTo>
                  <a:pt x="5319855" y="0"/>
                  <a:pt x="5348490" y="28636"/>
                  <a:pt x="5348490" y="63959"/>
                </a:cubicBezTo>
                <a:lnTo>
                  <a:pt x="5348490" y="383747"/>
                </a:lnTo>
                <a:cubicBezTo>
                  <a:pt x="5348490" y="419071"/>
                  <a:pt x="5319855" y="447706"/>
                  <a:pt x="5284531" y="447706"/>
                </a:cubicBezTo>
                <a:lnTo>
                  <a:pt x="63959" y="447706"/>
                </a:lnTo>
                <a:cubicBezTo>
                  <a:pt x="28636" y="447706"/>
                  <a:pt x="0" y="419071"/>
                  <a:pt x="0" y="383747"/>
                </a:cubicBezTo>
                <a:lnTo>
                  <a:pt x="0" y="63959"/>
                </a:lnTo>
                <a:cubicBezTo>
                  <a:pt x="0" y="28659"/>
                  <a:pt x="28659" y="0"/>
                  <a:pt x="63959" y="0"/>
                </a:cubicBezTo>
                <a:close/>
              </a:path>
            </a:pathLst>
          </a:custGeom>
          <a:solidFill>
            <a:srgbClr val="6366F1">
              <a:alpha val="5098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88414" y="3242673"/>
            <a:ext cx="255832" cy="255832"/>
          </a:xfrm>
          <a:custGeom>
            <a:avLst/>
            <a:gdLst/>
            <a:ahLst/>
            <a:cxnLst/>
            <a:rect l="l" t="t" r="r" b="b"/>
            <a:pathLst>
              <a:path w="255832" h="255832">
                <a:moveTo>
                  <a:pt x="63958" y="0"/>
                </a:moveTo>
                <a:lnTo>
                  <a:pt x="191874" y="0"/>
                </a:lnTo>
                <a:cubicBezTo>
                  <a:pt x="227197" y="0"/>
                  <a:pt x="255832" y="28635"/>
                  <a:pt x="255832" y="63958"/>
                </a:cubicBezTo>
                <a:lnTo>
                  <a:pt x="255832" y="191874"/>
                </a:lnTo>
                <a:cubicBezTo>
                  <a:pt x="255832" y="227197"/>
                  <a:pt x="227197" y="255832"/>
                  <a:pt x="191874" y="255832"/>
                </a:cubicBezTo>
                <a:lnTo>
                  <a:pt x="63958" y="255832"/>
                </a:lnTo>
                <a:cubicBezTo>
                  <a:pt x="28635" y="255832"/>
                  <a:pt x="0" y="227197"/>
                  <a:pt x="0" y="191874"/>
                </a:cubicBezTo>
                <a:lnTo>
                  <a:pt x="0" y="63958"/>
                </a:lnTo>
                <a:cubicBezTo>
                  <a:pt x="0" y="28659"/>
                  <a:pt x="28659" y="0"/>
                  <a:pt x="63958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560432" y="3242673"/>
            <a:ext cx="311795" cy="255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0183" y="3290642"/>
            <a:ext cx="1167234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daily lessons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2477" y="3658400"/>
            <a:ext cx="5348490" cy="447706"/>
          </a:xfrm>
          <a:custGeom>
            <a:avLst/>
            <a:gdLst/>
            <a:ahLst/>
            <a:cxnLst/>
            <a:rect l="l" t="t" r="r" b="b"/>
            <a:pathLst>
              <a:path w="5348490" h="447706">
                <a:moveTo>
                  <a:pt x="63959" y="0"/>
                </a:moveTo>
                <a:lnTo>
                  <a:pt x="5284531" y="0"/>
                </a:lnTo>
                <a:cubicBezTo>
                  <a:pt x="5319855" y="0"/>
                  <a:pt x="5348490" y="28636"/>
                  <a:pt x="5348490" y="63959"/>
                </a:cubicBezTo>
                <a:lnTo>
                  <a:pt x="5348490" y="383747"/>
                </a:lnTo>
                <a:cubicBezTo>
                  <a:pt x="5348490" y="419071"/>
                  <a:pt x="5319855" y="447706"/>
                  <a:pt x="5284531" y="447706"/>
                </a:cubicBezTo>
                <a:lnTo>
                  <a:pt x="63959" y="447706"/>
                </a:lnTo>
                <a:cubicBezTo>
                  <a:pt x="28636" y="447706"/>
                  <a:pt x="0" y="419071"/>
                  <a:pt x="0" y="383747"/>
                </a:cubicBezTo>
                <a:lnTo>
                  <a:pt x="0" y="63959"/>
                </a:lnTo>
                <a:cubicBezTo>
                  <a:pt x="0" y="28659"/>
                  <a:pt x="28659" y="0"/>
                  <a:pt x="63959" y="0"/>
                </a:cubicBezTo>
                <a:close/>
              </a:path>
            </a:pathLst>
          </a:custGeom>
          <a:solidFill>
            <a:srgbClr val="6366F1">
              <a:alpha val="5098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88414" y="3754337"/>
            <a:ext cx="255832" cy="255832"/>
          </a:xfrm>
          <a:custGeom>
            <a:avLst/>
            <a:gdLst/>
            <a:ahLst/>
            <a:cxnLst/>
            <a:rect l="l" t="t" r="r" b="b"/>
            <a:pathLst>
              <a:path w="255832" h="255832">
                <a:moveTo>
                  <a:pt x="63958" y="0"/>
                </a:moveTo>
                <a:lnTo>
                  <a:pt x="191874" y="0"/>
                </a:lnTo>
                <a:cubicBezTo>
                  <a:pt x="227197" y="0"/>
                  <a:pt x="255832" y="28635"/>
                  <a:pt x="255832" y="63958"/>
                </a:cubicBezTo>
                <a:lnTo>
                  <a:pt x="255832" y="191874"/>
                </a:lnTo>
                <a:cubicBezTo>
                  <a:pt x="255832" y="227197"/>
                  <a:pt x="227197" y="255832"/>
                  <a:pt x="191874" y="255832"/>
                </a:cubicBezTo>
                <a:lnTo>
                  <a:pt x="63958" y="255832"/>
                </a:lnTo>
                <a:cubicBezTo>
                  <a:pt x="28635" y="255832"/>
                  <a:pt x="0" y="227197"/>
                  <a:pt x="0" y="191874"/>
                </a:cubicBezTo>
                <a:lnTo>
                  <a:pt x="0" y="63958"/>
                </a:lnTo>
                <a:cubicBezTo>
                  <a:pt x="0" y="28659"/>
                  <a:pt x="28659" y="0"/>
                  <a:pt x="63958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560432" y="3754337"/>
            <a:ext cx="311795" cy="255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0183" y="3802306"/>
            <a:ext cx="1750851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progress and leave programs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83643" y="1381494"/>
            <a:ext cx="5681072" cy="2890903"/>
          </a:xfrm>
          <a:custGeom>
            <a:avLst/>
            <a:gdLst/>
            <a:ahLst/>
            <a:cxnLst/>
            <a:rect l="l" t="t" r="r" b="b"/>
            <a:pathLst>
              <a:path w="5681072" h="2890903">
                <a:moveTo>
                  <a:pt x="127922" y="0"/>
                </a:moveTo>
                <a:lnTo>
                  <a:pt x="5553150" y="0"/>
                </a:lnTo>
                <a:cubicBezTo>
                  <a:pt x="5623799" y="0"/>
                  <a:pt x="5681072" y="57273"/>
                  <a:pt x="5681072" y="127922"/>
                </a:cubicBezTo>
                <a:lnTo>
                  <a:pt x="5681072" y="2762981"/>
                </a:lnTo>
                <a:cubicBezTo>
                  <a:pt x="5681072" y="2833630"/>
                  <a:pt x="5623799" y="2890903"/>
                  <a:pt x="5553150" y="2890903"/>
                </a:cubicBezTo>
                <a:lnTo>
                  <a:pt x="127922" y="2890903"/>
                </a:lnTo>
                <a:cubicBezTo>
                  <a:pt x="57273" y="2890903"/>
                  <a:pt x="0" y="2833630"/>
                  <a:pt x="0" y="2762981"/>
                </a:cubicBezTo>
                <a:lnTo>
                  <a:pt x="0" y="127922"/>
                </a:lnTo>
                <a:cubicBezTo>
                  <a:pt x="0" y="57273"/>
                  <a:pt x="57273" y="0"/>
                  <a:pt x="127922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10B981">
                <a:alpha val="20000"/>
              </a:srgbClr>
            </a:solidFill>
            <a:prstDash val="solid"/>
          </a:ln>
          <a:effectLst>
            <a:outerShdw sx="100000" sy="100000" kx="0" ky="0" algn="bl" rotWithShape="0" blurRad="23984" dist="7995" dir="540000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49933" y="1547785"/>
            <a:ext cx="447706" cy="447706"/>
          </a:xfrm>
          <a:custGeom>
            <a:avLst/>
            <a:gdLst/>
            <a:ahLst/>
            <a:cxnLst/>
            <a:rect l="l" t="t" r="r" b="b"/>
            <a:pathLst>
              <a:path w="447706" h="447706">
                <a:moveTo>
                  <a:pt x="95939" y="0"/>
                </a:moveTo>
                <a:lnTo>
                  <a:pt x="351767" y="0"/>
                </a:lnTo>
                <a:cubicBezTo>
                  <a:pt x="404717" y="0"/>
                  <a:pt x="447706" y="42989"/>
                  <a:pt x="447706" y="95939"/>
                </a:cubicBezTo>
                <a:lnTo>
                  <a:pt x="447706" y="351767"/>
                </a:lnTo>
                <a:cubicBezTo>
                  <a:pt x="447706" y="404753"/>
                  <a:pt x="404753" y="447706"/>
                  <a:pt x="351767" y="447706"/>
                </a:cubicBezTo>
                <a:lnTo>
                  <a:pt x="95939" y="447706"/>
                </a:lnTo>
                <a:cubicBezTo>
                  <a:pt x="42989" y="447706"/>
                  <a:pt x="0" y="404717"/>
                  <a:pt x="0" y="351767"/>
                </a:cubicBezTo>
                <a:lnTo>
                  <a:pt x="0" y="95939"/>
                </a:lnTo>
                <a:cubicBezTo>
                  <a:pt x="0" y="42989"/>
                  <a:pt x="42989" y="0"/>
                  <a:pt x="95939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/>
              </a:gs>
              <a:gs pos="100000">
                <a:srgbClr val="059669"/>
              </a:gs>
            </a:gsLst>
            <a:lin ang="2700000" scaled="1"/>
          </a:gradFill>
          <a:ln/>
        </p:spPr>
      </p:sp>
      <p:sp>
        <p:nvSpPr>
          <p:cNvPr id="28" name="Shape 26"/>
          <p:cNvSpPr/>
          <p:nvPr/>
        </p:nvSpPr>
        <p:spPr>
          <a:xfrm>
            <a:off x="6477850" y="1675701"/>
            <a:ext cx="191874" cy="191874"/>
          </a:xfrm>
          <a:custGeom>
            <a:avLst/>
            <a:gdLst/>
            <a:ahLst/>
            <a:cxnLst/>
            <a:rect l="l" t="t" r="r" b="b"/>
            <a:pathLst>
              <a:path w="191874" h="191874">
                <a:moveTo>
                  <a:pt x="54077" y="0"/>
                </a:moveTo>
                <a:lnTo>
                  <a:pt x="138022" y="0"/>
                </a:lnTo>
                <a:cubicBezTo>
                  <a:pt x="147953" y="0"/>
                  <a:pt x="156048" y="8170"/>
                  <a:pt x="155673" y="18063"/>
                </a:cubicBezTo>
                <a:cubicBezTo>
                  <a:pt x="155598" y="20049"/>
                  <a:pt x="155523" y="22036"/>
                  <a:pt x="155411" y="23984"/>
                </a:cubicBezTo>
                <a:lnTo>
                  <a:pt x="173998" y="23984"/>
                </a:lnTo>
                <a:cubicBezTo>
                  <a:pt x="183779" y="23984"/>
                  <a:pt x="192399" y="32079"/>
                  <a:pt x="191649" y="42647"/>
                </a:cubicBezTo>
                <a:cubicBezTo>
                  <a:pt x="188839" y="81509"/>
                  <a:pt x="168977" y="102870"/>
                  <a:pt x="147428" y="114038"/>
                </a:cubicBezTo>
                <a:cubicBezTo>
                  <a:pt x="141507" y="117111"/>
                  <a:pt x="135474" y="119397"/>
                  <a:pt x="129740" y="121083"/>
                </a:cubicBezTo>
                <a:cubicBezTo>
                  <a:pt x="122170" y="131801"/>
                  <a:pt x="114300" y="137460"/>
                  <a:pt x="108042" y="140495"/>
                </a:cubicBezTo>
                <a:lnTo>
                  <a:pt x="108042" y="167890"/>
                </a:lnTo>
                <a:lnTo>
                  <a:pt x="132026" y="167890"/>
                </a:lnTo>
                <a:cubicBezTo>
                  <a:pt x="138659" y="167890"/>
                  <a:pt x="144018" y="173249"/>
                  <a:pt x="144018" y="179882"/>
                </a:cubicBezTo>
                <a:cubicBezTo>
                  <a:pt x="144018" y="186515"/>
                  <a:pt x="138659" y="191874"/>
                  <a:pt x="132026" y="191874"/>
                </a:cubicBezTo>
                <a:lnTo>
                  <a:pt x="60073" y="191874"/>
                </a:lnTo>
                <a:cubicBezTo>
                  <a:pt x="53440" y="191874"/>
                  <a:pt x="48081" y="186515"/>
                  <a:pt x="48081" y="179882"/>
                </a:cubicBezTo>
                <a:cubicBezTo>
                  <a:pt x="48081" y="173249"/>
                  <a:pt x="53440" y="167890"/>
                  <a:pt x="60073" y="167890"/>
                </a:cubicBezTo>
                <a:lnTo>
                  <a:pt x="84057" y="167890"/>
                </a:lnTo>
                <a:lnTo>
                  <a:pt x="84057" y="140495"/>
                </a:lnTo>
                <a:cubicBezTo>
                  <a:pt x="78061" y="137610"/>
                  <a:pt x="70604" y="132251"/>
                  <a:pt x="63333" y="122395"/>
                </a:cubicBezTo>
                <a:cubicBezTo>
                  <a:pt x="56438" y="120596"/>
                  <a:pt x="48943" y="117860"/>
                  <a:pt x="41635" y="113738"/>
                </a:cubicBezTo>
                <a:cubicBezTo>
                  <a:pt x="21361" y="102383"/>
                  <a:pt x="3073" y="80984"/>
                  <a:pt x="450" y="42572"/>
                </a:cubicBezTo>
                <a:cubicBezTo>
                  <a:pt x="-262" y="32041"/>
                  <a:pt x="8320" y="23947"/>
                  <a:pt x="18101" y="23947"/>
                </a:cubicBezTo>
                <a:lnTo>
                  <a:pt x="36688" y="23947"/>
                </a:lnTo>
                <a:cubicBezTo>
                  <a:pt x="36576" y="21998"/>
                  <a:pt x="36501" y="20049"/>
                  <a:pt x="36426" y="18026"/>
                </a:cubicBezTo>
                <a:cubicBezTo>
                  <a:pt x="36051" y="8095"/>
                  <a:pt x="44146" y="-37"/>
                  <a:pt x="54077" y="-37"/>
                </a:cubicBezTo>
                <a:close/>
                <a:moveTo>
                  <a:pt x="38038" y="41972"/>
                </a:moveTo>
                <a:lnTo>
                  <a:pt x="18400" y="41972"/>
                </a:lnTo>
                <a:cubicBezTo>
                  <a:pt x="20724" y="73714"/>
                  <a:pt x="35302" y="89604"/>
                  <a:pt x="50329" y="98036"/>
                </a:cubicBezTo>
                <a:cubicBezTo>
                  <a:pt x="44933" y="84057"/>
                  <a:pt x="40473" y="65807"/>
                  <a:pt x="38038" y="41972"/>
                </a:cubicBezTo>
                <a:close/>
                <a:moveTo>
                  <a:pt x="142407" y="96237"/>
                </a:moveTo>
                <a:cubicBezTo>
                  <a:pt x="157584" y="87318"/>
                  <a:pt x="171300" y="71466"/>
                  <a:pt x="173624" y="41972"/>
                </a:cubicBezTo>
                <a:lnTo>
                  <a:pt x="154024" y="41972"/>
                </a:lnTo>
                <a:cubicBezTo>
                  <a:pt x="151700" y="64795"/>
                  <a:pt x="147503" y="82521"/>
                  <a:pt x="142407" y="9623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893577" y="1563775"/>
            <a:ext cx="1742856" cy="255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11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93577" y="1819507"/>
            <a:ext cx="1702883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dirty="0">
                <a:solidFill>
                  <a:srgbClr val="6A72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Community accountability system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49933" y="2123407"/>
            <a:ext cx="5348490" cy="351769"/>
          </a:xfrm>
          <a:custGeom>
            <a:avLst/>
            <a:gdLst/>
            <a:ahLst/>
            <a:cxnLst/>
            <a:rect l="l" t="t" r="r" b="b"/>
            <a:pathLst>
              <a:path w="5348490" h="351769">
                <a:moveTo>
                  <a:pt x="63959" y="0"/>
                </a:moveTo>
                <a:lnTo>
                  <a:pt x="5284532" y="0"/>
                </a:lnTo>
                <a:cubicBezTo>
                  <a:pt x="5319855" y="0"/>
                  <a:pt x="5348490" y="28635"/>
                  <a:pt x="5348490" y="63959"/>
                </a:cubicBezTo>
                <a:lnTo>
                  <a:pt x="5348490" y="287811"/>
                </a:lnTo>
                <a:cubicBezTo>
                  <a:pt x="5348490" y="323134"/>
                  <a:pt x="5319855" y="351769"/>
                  <a:pt x="5284532" y="351769"/>
                </a:cubicBezTo>
                <a:lnTo>
                  <a:pt x="63959" y="351769"/>
                </a:lnTo>
                <a:cubicBezTo>
                  <a:pt x="28635" y="351769"/>
                  <a:pt x="0" y="323134"/>
                  <a:pt x="0" y="287811"/>
                </a:cubicBezTo>
                <a:lnTo>
                  <a:pt x="0" y="63959"/>
                </a:lnTo>
                <a:cubicBezTo>
                  <a:pt x="0" y="28635"/>
                  <a:pt x="28635" y="0"/>
                  <a:pt x="63959" y="0"/>
                </a:cubicBezTo>
                <a:close/>
              </a:path>
            </a:pathLst>
          </a:custGeom>
          <a:solidFill>
            <a:srgbClr val="10B981">
              <a:alpha val="5098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461860" y="2235334"/>
            <a:ext cx="127916" cy="127916"/>
          </a:xfrm>
          <a:custGeom>
            <a:avLst/>
            <a:gdLst/>
            <a:ahLst/>
            <a:cxnLst/>
            <a:rect l="l" t="t" r="r" b="b"/>
            <a:pathLst>
              <a:path w="127916" h="127916">
                <a:moveTo>
                  <a:pt x="103932" y="51966"/>
                </a:moveTo>
                <a:cubicBezTo>
                  <a:pt x="103932" y="63433"/>
                  <a:pt x="100209" y="74026"/>
                  <a:pt x="93938" y="82621"/>
                </a:cubicBezTo>
                <a:lnTo>
                  <a:pt x="125568" y="114275"/>
                </a:lnTo>
                <a:cubicBezTo>
                  <a:pt x="128691" y="117398"/>
                  <a:pt x="128691" y="122470"/>
                  <a:pt x="125568" y="125593"/>
                </a:cubicBezTo>
                <a:cubicBezTo>
                  <a:pt x="122445" y="128716"/>
                  <a:pt x="117373" y="128716"/>
                  <a:pt x="114250" y="125593"/>
                </a:cubicBezTo>
                <a:lnTo>
                  <a:pt x="82621" y="93938"/>
                </a:lnTo>
                <a:cubicBezTo>
                  <a:pt x="74026" y="100209"/>
                  <a:pt x="63433" y="103932"/>
                  <a:pt x="51966" y="103932"/>
                </a:cubicBezTo>
                <a:cubicBezTo>
                  <a:pt x="23260" y="103932"/>
                  <a:pt x="0" y="80672"/>
                  <a:pt x="0" y="51966"/>
                </a:cubicBezTo>
                <a:cubicBezTo>
                  <a:pt x="0" y="23260"/>
                  <a:pt x="23260" y="0"/>
                  <a:pt x="51966" y="0"/>
                </a:cubicBezTo>
                <a:cubicBezTo>
                  <a:pt x="80672" y="0"/>
                  <a:pt x="103932" y="23260"/>
                  <a:pt x="103932" y="51966"/>
                </a:cubicBezTo>
                <a:close/>
                <a:moveTo>
                  <a:pt x="51966" y="87942"/>
                </a:moveTo>
                <a:cubicBezTo>
                  <a:pt x="71822" y="87942"/>
                  <a:pt x="87942" y="71822"/>
                  <a:pt x="87942" y="51966"/>
                </a:cubicBezTo>
                <a:cubicBezTo>
                  <a:pt x="87942" y="32110"/>
                  <a:pt x="71822" y="15990"/>
                  <a:pt x="51966" y="15990"/>
                </a:cubicBezTo>
                <a:cubicBezTo>
                  <a:pt x="32110" y="15990"/>
                  <a:pt x="15990" y="32110"/>
                  <a:pt x="15990" y="51966"/>
                </a:cubicBezTo>
                <a:cubicBezTo>
                  <a:pt x="15990" y="71822"/>
                  <a:pt x="32110" y="87942"/>
                  <a:pt x="51966" y="8794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6701703" y="2219345"/>
            <a:ext cx="1407077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Browse and filter challenges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49933" y="2539135"/>
            <a:ext cx="5348490" cy="351769"/>
          </a:xfrm>
          <a:custGeom>
            <a:avLst/>
            <a:gdLst/>
            <a:ahLst/>
            <a:cxnLst/>
            <a:rect l="l" t="t" r="r" b="b"/>
            <a:pathLst>
              <a:path w="5348490" h="351769">
                <a:moveTo>
                  <a:pt x="63959" y="0"/>
                </a:moveTo>
                <a:lnTo>
                  <a:pt x="5284532" y="0"/>
                </a:lnTo>
                <a:cubicBezTo>
                  <a:pt x="5319855" y="0"/>
                  <a:pt x="5348490" y="28635"/>
                  <a:pt x="5348490" y="63959"/>
                </a:cubicBezTo>
                <a:lnTo>
                  <a:pt x="5348490" y="287811"/>
                </a:lnTo>
                <a:cubicBezTo>
                  <a:pt x="5348490" y="323134"/>
                  <a:pt x="5319855" y="351769"/>
                  <a:pt x="5284532" y="351769"/>
                </a:cubicBezTo>
                <a:lnTo>
                  <a:pt x="63959" y="351769"/>
                </a:lnTo>
                <a:cubicBezTo>
                  <a:pt x="28635" y="351769"/>
                  <a:pt x="0" y="323134"/>
                  <a:pt x="0" y="287811"/>
                </a:cubicBezTo>
                <a:lnTo>
                  <a:pt x="0" y="63959"/>
                </a:lnTo>
                <a:cubicBezTo>
                  <a:pt x="0" y="28635"/>
                  <a:pt x="28635" y="0"/>
                  <a:pt x="63959" y="0"/>
                </a:cubicBezTo>
                <a:close/>
              </a:path>
            </a:pathLst>
          </a:custGeom>
          <a:solidFill>
            <a:srgbClr val="10B981">
              <a:alpha val="5098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469855" y="2651061"/>
            <a:ext cx="111927" cy="127916"/>
          </a:xfrm>
          <a:custGeom>
            <a:avLst/>
            <a:gdLst/>
            <a:ahLst/>
            <a:cxnLst/>
            <a:rect l="l" t="t" r="r" b="b"/>
            <a:pathLst>
              <a:path w="111927" h="127916">
                <a:moveTo>
                  <a:pt x="63958" y="15990"/>
                </a:moveTo>
                <a:cubicBezTo>
                  <a:pt x="63958" y="11567"/>
                  <a:pt x="60385" y="7995"/>
                  <a:pt x="55963" y="7995"/>
                </a:cubicBezTo>
                <a:cubicBezTo>
                  <a:pt x="51541" y="7995"/>
                  <a:pt x="47969" y="11567"/>
                  <a:pt x="47969" y="15990"/>
                </a:cubicBezTo>
                <a:lnTo>
                  <a:pt x="47969" y="55963"/>
                </a:lnTo>
                <a:lnTo>
                  <a:pt x="7995" y="55963"/>
                </a:lnTo>
                <a:cubicBezTo>
                  <a:pt x="3573" y="55963"/>
                  <a:pt x="0" y="59536"/>
                  <a:pt x="0" y="63958"/>
                </a:cubicBezTo>
                <a:cubicBezTo>
                  <a:pt x="0" y="68380"/>
                  <a:pt x="3573" y="71953"/>
                  <a:pt x="7995" y="71953"/>
                </a:cubicBezTo>
                <a:lnTo>
                  <a:pt x="47969" y="71953"/>
                </a:lnTo>
                <a:lnTo>
                  <a:pt x="47969" y="111927"/>
                </a:lnTo>
                <a:cubicBezTo>
                  <a:pt x="47969" y="116349"/>
                  <a:pt x="51541" y="119921"/>
                  <a:pt x="55963" y="119921"/>
                </a:cubicBezTo>
                <a:cubicBezTo>
                  <a:pt x="60385" y="119921"/>
                  <a:pt x="63958" y="116349"/>
                  <a:pt x="63958" y="111927"/>
                </a:cubicBezTo>
                <a:lnTo>
                  <a:pt x="63958" y="71953"/>
                </a:lnTo>
                <a:lnTo>
                  <a:pt x="103932" y="71953"/>
                </a:lnTo>
                <a:cubicBezTo>
                  <a:pt x="108354" y="71953"/>
                  <a:pt x="111927" y="68380"/>
                  <a:pt x="111927" y="63958"/>
                </a:cubicBezTo>
                <a:cubicBezTo>
                  <a:pt x="111927" y="59536"/>
                  <a:pt x="108354" y="55963"/>
                  <a:pt x="103932" y="55963"/>
                </a:cubicBezTo>
                <a:lnTo>
                  <a:pt x="63958" y="55963"/>
                </a:lnTo>
                <a:lnTo>
                  <a:pt x="63958" y="1599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6701703" y="2635072"/>
            <a:ext cx="1151245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new challenges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49933" y="2954862"/>
            <a:ext cx="5348490" cy="351769"/>
          </a:xfrm>
          <a:custGeom>
            <a:avLst/>
            <a:gdLst/>
            <a:ahLst/>
            <a:cxnLst/>
            <a:rect l="l" t="t" r="r" b="b"/>
            <a:pathLst>
              <a:path w="5348490" h="351769">
                <a:moveTo>
                  <a:pt x="63959" y="0"/>
                </a:moveTo>
                <a:lnTo>
                  <a:pt x="5284532" y="0"/>
                </a:lnTo>
                <a:cubicBezTo>
                  <a:pt x="5319855" y="0"/>
                  <a:pt x="5348490" y="28635"/>
                  <a:pt x="5348490" y="63959"/>
                </a:cubicBezTo>
                <a:lnTo>
                  <a:pt x="5348490" y="287811"/>
                </a:lnTo>
                <a:cubicBezTo>
                  <a:pt x="5348490" y="323134"/>
                  <a:pt x="5319855" y="351769"/>
                  <a:pt x="5284532" y="351769"/>
                </a:cubicBezTo>
                <a:lnTo>
                  <a:pt x="63959" y="351769"/>
                </a:lnTo>
                <a:cubicBezTo>
                  <a:pt x="28635" y="351769"/>
                  <a:pt x="0" y="323134"/>
                  <a:pt x="0" y="287811"/>
                </a:cubicBezTo>
                <a:lnTo>
                  <a:pt x="0" y="63959"/>
                </a:lnTo>
                <a:cubicBezTo>
                  <a:pt x="0" y="28635"/>
                  <a:pt x="28635" y="0"/>
                  <a:pt x="63959" y="0"/>
                </a:cubicBezTo>
                <a:close/>
              </a:path>
            </a:pathLst>
          </a:custGeom>
          <a:solidFill>
            <a:srgbClr val="10B981">
              <a:alpha val="5098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61860" y="3066788"/>
            <a:ext cx="127916" cy="127916"/>
          </a:xfrm>
          <a:custGeom>
            <a:avLst/>
            <a:gdLst/>
            <a:ahLst/>
            <a:cxnLst/>
            <a:rect l="l" t="t" r="r" b="b"/>
            <a:pathLst>
              <a:path w="127916" h="127916">
                <a:moveTo>
                  <a:pt x="86193" y="68205"/>
                </a:moveTo>
                <a:cubicBezTo>
                  <a:pt x="88542" y="65857"/>
                  <a:pt x="88542" y="62059"/>
                  <a:pt x="86193" y="59736"/>
                </a:cubicBezTo>
                <a:lnTo>
                  <a:pt x="50217" y="23734"/>
                </a:lnTo>
                <a:cubicBezTo>
                  <a:pt x="48493" y="22011"/>
                  <a:pt x="45920" y="21511"/>
                  <a:pt x="43671" y="22435"/>
                </a:cubicBezTo>
                <a:cubicBezTo>
                  <a:pt x="41423" y="23360"/>
                  <a:pt x="39974" y="25558"/>
                  <a:pt x="39974" y="27982"/>
                </a:cubicBezTo>
                <a:lnTo>
                  <a:pt x="39974" y="47969"/>
                </a:lnTo>
                <a:lnTo>
                  <a:pt x="11992" y="47969"/>
                </a:lnTo>
                <a:cubicBezTo>
                  <a:pt x="5371" y="47969"/>
                  <a:pt x="0" y="53340"/>
                  <a:pt x="0" y="59961"/>
                </a:cubicBezTo>
                <a:lnTo>
                  <a:pt x="0" y="67955"/>
                </a:lnTo>
                <a:cubicBezTo>
                  <a:pt x="0" y="74576"/>
                  <a:pt x="5371" y="79948"/>
                  <a:pt x="11992" y="79948"/>
                </a:cubicBezTo>
                <a:lnTo>
                  <a:pt x="39974" y="79948"/>
                </a:lnTo>
                <a:lnTo>
                  <a:pt x="39974" y="99934"/>
                </a:lnTo>
                <a:cubicBezTo>
                  <a:pt x="39974" y="102358"/>
                  <a:pt x="41423" y="104556"/>
                  <a:pt x="43671" y="105481"/>
                </a:cubicBezTo>
                <a:cubicBezTo>
                  <a:pt x="45920" y="106405"/>
                  <a:pt x="48493" y="105906"/>
                  <a:pt x="50217" y="104182"/>
                </a:cubicBezTo>
                <a:lnTo>
                  <a:pt x="86193" y="68205"/>
                </a:lnTo>
                <a:close/>
                <a:moveTo>
                  <a:pt x="87942" y="103932"/>
                </a:moveTo>
                <a:cubicBezTo>
                  <a:pt x="83520" y="103932"/>
                  <a:pt x="79948" y="107504"/>
                  <a:pt x="79948" y="111927"/>
                </a:cubicBezTo>
                <a:cubicBezTo>
                  <a:pt x="79948" y="116349"/>
                  <a:pt x="83520" y="119921"/>
                  <a:pt x="87942" y="119921"/>
                </a:cubicBezTo>
                <a:lnTo>
                  <a:pt x="103932" y="119921"/>
                </a:lnTo>
                <a:cubicBezTo>
                  <a:pt x="117173" y="119921"/>
                  <a:pt x="127916" y="109178"/>
                  <a:pt x="127916" y="95937"/>
                </a:cubicBezTo>
                <a:lnTo>
                  <a:pt x="127916" y="31979"/>
                </a:lnTo>
                <a:cubicBezTo>
                  <a:pt x="127916" y="18738"/>
                  <a:pt x="117173" y="7995"/>
                  <a:pt x="103932" y="7995"/>
                </a:cubicBezTo>
                <a:lnTo>
                  <a:pt x="87942" y="7995"/>
                </a:lnTo>
                <a:cubicBezTo>
                  <a:pt x="83520" y="7995"/>
                  <a:pt x="79948" y="11567"/>
                  <a:pt x="79948" y="15990"/>
                </a:cubicBezTo>
                <a:cubicBezTo>
                  <a:pt x="79948" y="20412"/>
                  <a:pt x="83520" y="23984"/>
                  <a:pt x="87942" y="23984"/>
                </a:cubicBezTo>
                <a:lnTo>
                  <a:pt x="103932" y="23984"/>
                </a:lnTo>
                <a:cubicBezTo>
                  <a:pt x="108354" y="23984"/>
                  <a:pt x="111927" y="27557"/>
                  <a:pt x="111927" y="31979"/>
                </a:cubicBezTo>
                <a:lnTo>
                  <a:pt x="111927" y="95937"/>
                </a:lnTo>
                <a:cubicBezTo>
                  <a:pt x="111927" y="100359"/>
                  <a:pt x="108354" y="103932"/>
                  <a:pt x="103932" y="103932"/>
                </a:cubicBezTo>
                <a:lnTo>
                  <a:pt x="87942" y="103932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6701703" y="3050799"/>
            <a:ext cx="1087287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Join active challenges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49933" y="3370589"/>
            <a:ext cx="5348490" cy="351769"/>
          </a:xfrm>
          <a:custGeom>
            <a:avLst/>
            <a:gdLst/>
            <a:ahLst/>
            <a:cxnLst/>
            <a:rect l="l" t="t" r="r" b="b"/>
            <a:pathLst>
              <a:path w="5348490" h="351769">
                <a:moveTo>
                  <a:pt x="63959" y="0"/>
                </a:moveTo>
                <a:lnTo>
                  <a:pt x="5284532" y="0"/>
                </a:lnTo>
                <a:cubicBezTo>
                  <a:pt x="5319855" y="0"/>
                  <a:pt x="5348490" y="28635"/>
                  <a:pt x="5348490" y="63959"/>
                </a:cubicBezTo>
                <a:lnTo>
                  <a:pt x="5348490" y="287811"/>
                </a:lnTo>
                <a:cubicBezTo>
                  <a:pt x="5348490" y="323134"/>
                  <a:pt x="5319855" y="351769"/>
                  <a:pt x="5284532" y="351769"/>
                </a:cubicBezTo>
                <a:lnTo>
                  <a:pt x="63959" y="351769"/>
                </a:lnTo>
                <a:cubicBezTo>
                  <a:pt x="28635" y="351769"/>
                  <a:pt x="0" y="323134"/>
                  <a:pt x="0" y="287811"/>
                </a:cubicBezTo>
                <a:lnTo>
                  <a:pt x="0" y="63959"/>
                </a:lnTo>
                <a:cubicBezTo>
                  <a:pt x="0" y="28635"/>
                  <a:pt x="28635" y="0"/>
                  <a:pt x="63959" y="0"/>
                </a:cubicBezTo>
                <a:close/>
              </a:path>
            </a:pathLst>
          </a:custGeom>
          <a:solidFill>
            <a:srgbClr val="10B981">
              <a:alpha val="5098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461860" y="3482516"/>
            <a:ext cx="127916" cy="127916"/>
          </a:xfrm>
          <a:custGeom>
            <a:avLst/>
            <a:gdLst/>
            <a:ahLst/>
            <a:cxnLst/>
            <a:rect l="l" t="t" r="r" b="b"/>
            <a:pathLst>
              <a:path w="127916" h="127916">
                <a:moveTo>
                  <a:pt x="15990" y="15990"/>
                </a:moveTo>
                <a:cubicBezTo>
                  <a:pt x="15990" y="11567"/>
                  <a:pt x="12417" y="7995"/>
                  <a:pt x="7995" y="7995"/>
                </a:cubicBezTo>
                <a:cubicBezTo>
                  <a:pt x="3573" y="7995"/>
                  <a:pt x="0" y="11567"/>
                  <a:pt x="0" y="15990"/>
                </a:cubicBezTo>
                <a:lnTo>
                  <a:pt x="0" y="99934"/>
                </a:lnTo>
                <a:cubicBezTo>
                  <a:pt x="0" y="110977"/>
                  <a:pt x="8944" y="119921"/>
                  <a:pt x="19987" y="119921"/>
                </a:cubicBezTo>
                <a:lnTo>
                  <a:pt x="119921" y="119921"/>
                </a:lnTo>
                <a:cubicBezTo>
                  <a:pt x="124343" y="119921"/>
                  <a:pt x="127916" y="116349"/>
                  <a:pt x="127916" y="111927"/>
                </a:cubicBezTo>
                <a:cubicBezTo>
                  <a:pt x="127916" y="107504"/>
                  <a:pt x="124343" y="103932"/>
                  <a:pt x="119921" y="103932"/>
                </a:cubicBezTo>
                <a:lnTo>
                  <a:pt x="19987" y="103932"/>
                </a:lnTo>
                <a:cubicBezTo>
                  <a:pt x="17788" y="103932"/>
                  <a:pt x="15990" y="102133"/>
                  <a:pt x="15990" y="99934"/>
                </a:cubicBezTo>
                <a:lnTo>
                  <a:pt x="15990" y="15990"/>
                </a:lnTo>
                <a:close/>
                <a:moveTo>
                  <a:pt x="117573" y="37625"/>
                </a:moveTo>
                <a:cubicBezTo>
                  <a:pt x="120696" y="34502"/>
                  <a:pt x="120696" y="29431"/>
                  <a:pt x="117573" y="26308"/>
                </a:cubicBezTo>
                <a:cubicBezTo>
                  <a:pt x="114450" y="23185"/>
                  <a:pt x="109378" y="23185"/>
                  <a:pt x="106255" y="26308"/>
                </a:cubicBezTo>
                <a:lnTo>
                  <a:pt x="79948" y="52640"/>
                </a:lnTo>
                <a:lnTo>
                  <a:pt x="65607" y="38325"/>
                </a:lnTo>
                <a:cubicBezTo>
                  <a:pt x="62484" y="35202"/>
                  <a:pt x="57412" y="35202"/>
                  <a:pt x="54289" y="38325"/>
                </a:cubicBezTo>
                <a:lnTo>
                  <a:pt x="30305" y="62309"/>
                </a:lnTo>
                <a:cubicBezTo>
                  <a:pt x="27182" y="65432"/>
                  <a:pt x="27182" y="70504"/>
                  <a:pt x="30305" y="73627"/>
                </a:cubicBezTo>
                <a:cubicBezTo>
                  <a:pt x="33428" y="76750"/>
                  <a:pt x="38500" y="76750"/>
                  <a:pt x="41623" y="73627"/>
                </a:cubicBezTo>
                <a:lnTo>
                  <a:pt x="59961" y="55289"/>
                </a:lnTo>
                <a:lnTo>
                  <a:pt x="74301" y="69629"/>
                </a:lnTo>
                <a:cubicBezTo>
                  <a:pt x="77424" y="72752"/>
                  <a:pt x="82496" y="72752"/>
                  <a:pt x="85619" y="69629"/>
                </a:cubicBezTo>
                <a:lnTo>
                  <a:pt x="117598" y="3765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6701703" y="3466526"/>
            <a:ext cx="1758846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 progress and view rankings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26186" y="4445083"/>
            <a:ext cx="5681072" cy="2091428"/>
          </a:xfrm>
          <a:custGeom>
            <a:avLst/>
            <a:gdLst/>
            <a:ahLst/>
            <a:cxnLst/>
            <a:rect l="l" t="t" r="r" b="b"/>
            <a:pathLst>
              <a:path w="5681072" h="2091428">
                <a:moveTo>
                  <a:pt x="127912" y="0"/>
                </a:moveTo>
                <a:lnTo>
                  <a:pt x="5553161" y="0"/>
                </a:lnTo>
                <a:cubicBezTo>
                  <a:pt x="5623804" y="0"/>
                  <a:pt x="5681072" y="57268"/>
                  <a:pt x="5681072" y="127912"/>
                </a:cubicBezTo>
                <a:lnTo>
                  <a:pt x="5681072" y="1963516"/>
                </a:lnTo>
                <a:cubicBezTo>
                  <a:pt x="5681072" y="2034160"/>
                  <a:pt x="5623804" y="2091428"/>
                  <a:pt x="5553161" y="2091428"/>
                </a:cubicBezTo>
                <a:lnTo>
                  <a:pt x="127912" y="2091428"/>
                </a:lnTo>
                <a:cubicBezTo>
                  <a:pt x="57268" y="2091428"/>
                  <a:pt x="0" y="2034160"/>
                  <a:pt x="0" y="1963516"/>
                </a:cubicBezTo>
                <a:lnTo>
                  <a:pt x="0" y="127912"/>
                </a:lnTo>
                <a:cubicBezTo>
                  <a:pt x="0" y="57268"/>
                  <a:pt x="57268" y="0"/>
                  <a:pt x="127912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F59E0B">
                <a:alpha val="20000"/>
              </a:srgbClr>
            </a:solidFill>
            <a:prstDash val="solid"/>
          </a:ln>
          <a:effectLst>
            <a:outerShdw sx="100000" sy="100000" kx="0" ky="0" algn="bl" rotWithShape="0" blurRad="23984" dist="7995" dir="5400000">
              <a:srgbClr val="000000">
                <a:alpha val="10196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92477" y="4611375"/>
            <a:ext cx="447706" cy="447706"/>
          </a:xfrm>
          <a:custGeom>
            <a:avLst/>
            <a:gdLst/>
            <a:ahLst/>
            <a:cxnLst/>
            <a:rect l="l" t="t" r="r" b="b"/>
            <a:pathLst>
              <a:path w="447706" h="447706">
                <a:moveTo>
                  <a:pt x="95939" y="0"/>
                </a:moveTo>
                <a:lnTo>
                  <a:pt x="351767" y="0"/>
                </a:lnTo>
                <a:cubicBezTo>
                  <a:pt x="404717" y="0"/>
                  <a:pt x="447706" y="42989"/>
                  <a:pt x="447706" y="95939"/>
                </a:cubicBezTo>
                <a:lnTo>
                  <a:pt x="447706" y="351767"/>
                </a:lnTo>
                <a:cubicBezTo>
                  <a:pt x="447706" y="404753"/>
                  <a:pt x="404753" y="447706"/>
                  <a:pt x="351767" y="447706"/>
                </a:cubicBezTo>
                <a:lnTo>
                  <a:pt x="95939" y="447706"/>
                </a:lnTo>
                <a:cubicBezTo>
                  <a:pt x="42989" y="447706"/>
                  <a:pt x="0" y="404717"/>
                  <a:pt x="0" y="351767"/>
                </a:cubicBezTo>
                <a:lnTo>
                  <a:pt x="0" y="95939"/>
                </a:lnTo>
                <a:cubicBezTo>
                  <a:pt x="0" y="42989"/>
                  <a:pt x="42989" y="0"/>
                  <a:pt x="95939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/>
              </a:gs>
              <a:gs pos="100000">
                <a:srgbClr val="D97706"/>
              </a:gs>
            </a:gsLst>
            <a:lin ang="2700000" scaled="1"/>
          </a:gradFill>
          <a:ln/>
        </p:spPr>
      </p:sp>
      <p:sp>
        <p:nvSpPr>
          <p:cNvPr id="45" name="Shape 43"/>
          <p:cNvSpPr/>
          <p:nvPr/>
        </p:nvSpPr>
        <p:spPr>
          <a:xfrm>
            <a:off x="632385" y="4739291"/>
            <a:ext cx="167890" cy="191874"/>
          </a:xfrm>
          <a:custGeom>
            <a:avLst/>
            <a:gdLst/>
            <a:ahLst/>
            <a:cxnLst/>
            <a:rect l="l" t="t" r="r" b="b"/>
            <a:pathLst>
              <a:path w="167890" h="191874">
                <a:moveTo>
                  <a:pt x="167890" y="110927"/>
                </a:moveTo>
                <a:cubicBezTo>
                  <a:pt x="167890" y="135773"/>
                  <a:pt x="147766" y="155898"/>
                  <a:pt x="122919" y="155898"/>
                </a:cubicBezTo>
                <a:lnTo>
                  <a:pt x="119921" y="155898"/>
                </a:lnTo>
                <a:cubicBezTo>
                  <a:pt x="113288" y="155898"/>
                  <a:pt x="107929" y="150539"/>
                  <a:pt x="107929" y="143906"/>
                </a:cubicBezTo>
                <a:cubicBezTo>
                  <a:pt x="107929" y="137272"/>
                  <a:pt x="113288" y="131913"/>
                  <a:pt x="119921" y="131913"/>
                </a:cubicBezTo>
                <a:lnTo>
                  <a:pt x="122919" y="131913"/>
                </a:lnTo>
                <a:cubicBezTo>
                  <a:pt x="134499" y="131913"/>
                  <a:pt x="143906" y="122507"/>
                  <a:pt x="143906" y="110927"/>
                </a:cubicBezTo>
                <a:lnTo>
                  <a:pt x="143906" y="107929"/>
                </a:lnTo>
                <a:lnTo>
                  <a:pt x="119921" y="107929"/>
                </a:lnTo>
                <a:cubicBezTo>
                  <a:pt x="106692" y="107929"/>
                  <a:pt x="95937" y="97174"/>
                  <a:pt x="95937" y="83945"/>
                </a:cubicBezTo>
                <a:lnTo>
                  <a:pt x="95937" y="59961"/>
                </a:lnTo>
                <a:cubicBezTo>
                  <a:pt x="95937" y="46732"/>
                  <a:pt x="106692" y="35976"/>
                  <a:pt x="119921" y="35976"/>
                </a:cubicBezTo>
                <a:lnTo>
                  <a:pt x="143906" y="35976"/>
                </a:lnTo>
                <a:cubicBezTo>
                  <a:pt x="157134" y="35976"/>
                  <a:pt x="167890" y="46732"/>
                  <a:pt x="167890" y="59961"/>
                </a:cubicBezTo>
                <a:lnTo>
                  <a:pt x="167890" y="110927"/>
                </a:lnTo>
                <a:close/>
                <a:moveTo>
                  <a:pt x="71953" y="110927"/>
                </a:moveTo>
                <a:cubicBezTo>
                  <a:pt x="71953" y="135773"/>
                  <a:pt x="51828" y="155898"/>
                  <a:pt x="26982" y="155898"/>
                </a:cubicBezTo>
                <a:lnTo>
                  <a:pt x="23984" y="155898"/>
                </a:lnTo>
                <a:cubicBezTo>
                  <a:pt x="17351" y="155898"/>
                  <a:pt x="11992" y="150539"/>
                  <a:pt x="11992" y="143906"/>
                </a:cubicBezTo>
                <a:cubicBezTo>
                  <a:pt x="11992" y="137272"/>
                  <a:pt x="17351" y="131913"/>
                  <a:pt x="23984" y="131913"/>
                </a:cubicBezTo>
                <a:lnTo>
                  <a:pt x="26982" y="131913"/>
                </a:lnTo>
                <a:cubicBezTo>
                  <a:pt x="38562" y="131913"/>
                  <a:pt x="47969" y="122507"/>
                  <a:pt x="47969" y="110927"/>
                </a:cubicBezTo>
                <a:lnTo>
                  <a:pt x="47969" y="107929"/>
                </a:lnTo>
                <a:lnTo>
                  <a:pt x="23984" y="107929"/>
                </a:lnTo>
                <a:cubicBezTo>
                  <a:pt x="10755" y="107929"/>
                  <a:pt x="0" y="97174"/>
                  <a:pt x="0" y="83945"/>
                </a:cubicBezTo>
                <a:lnTo>
                  <a:pt x="0" y="59961"/>
                </a:lnTo>
                <a:cubicBezTo>
                  <a:pt x="0" y="46732"/>
                  <a:pt x="10755" y="35976"/>
                  <a:pt x="23984" y="35976"/>
                </a:cubicBezTo>
                <a:lnTo>
                  <a:pt x="47969" y="35976"/>
                </a:lnTo>
                <a:cubicBezTo>
                  <a:pt x="61197" y="35976"/>
                  <a:pt x="71953" y="46732"/>
                  <a:pt x="71953" y="59961"/>
                </a:cubicBezTo>
                <a:lnTo>
                  <a:pt x="71953" y="11092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1036120" y="4627364"/>
            <a:ext cx="1622935" cy="255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11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Quotes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36120" y="4883097"/>
            <a:ext cx="1582961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dirty="0">
                <a:solidFill>
                  <a:srgbClr val="6A72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 inspiration and motivation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92477" y="5186997"/>
            <a:ext cx="5348490" cy="351769"/>
          </a:xfrm>
          <a:custGeom>
            <a:avLst/>
            <a:gdLst/>
            <a:ahLst/>
            <a:cxnLst/>
            <a:rect l="l" t="t" r="r" b="b"/>
            <a:pathLst>
              <a:path w="5348490" h="351769">
                <a:moveTo>
                  <a:pt x="63959" y="0"/>
                </a:moveTo>
                <a:lnTo>
                  <a:pt x="5284532" y="0"/>
                </a:lnTo>
                <a:cubicBezTo>
                  <a:pt x="5319855" y="0"/>
                  <a:pt x="5348490" y="28635"/>
                  <a:pt x="5348490" y="63959"/>
                </a:cubicBezTo>
                <a:lnTo>
                  <a:pt x="5348490" y="287811"/>
                </a:lnTo>
                <a:cubicBezTo>
                  <a:pt x="5348490" y="323134"/>
                  <a:pt x="5319855" y="351769"/>
                  <a:pt x="5284532" y="351769"/>
                </a:cubicBezTo>
                <a:lnTo>
                  <a:pt x="63959" y="351769"/>
                </a:lnTo>
                <a:cubicBezTo>
                  <a:pt x="28635" y="351769"/>
                  <a:pt x="0" y="323134"/>
                  <a:pt x="0" y="287811"/>
                </a:cubicBezTo>
                <a:lnTo>
                  <a:pt x="0" y="63959"/>
                </a:lnTo>
                <a:cubicBezTo>
                  <a:pt x="0" y="28635"/>
                  <a:pt x="28635" y="0"/>
                  <a:pt x="63959" y="0"/>
                </a:cubicBezTo>
                <a:close/>
              </a:path>
            </a:pathLst>
          </a:custGeom>
          <a:solidFill>
            <a:srgbClr val="F59E0B">
              <a:alpha val="5098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96409" y="5298923"/>
            <a:ext cx="143906" cy="127916"/>
          </a:xfrm>
          <a:custGeom>
            <a:avLst/>
            <a:gdLst/>
            <a:ahLst/>
            <a:cxnLst/>
            <a:rect l="l" t="t" r="r" b="b"/>
            <a:pathLst>
              <a:path w="143906" h="127916">
                <a:moveTo>
                  <a:pt x="44521" y="-2523"/>
                </a:moveTo>
                <a:cubicBezTo>
                  <a:pt x="46370" y="-3298"/>
                  <a:pt x="48468" y="-3073"/>
                  <a:pt x="50142" y="-1974"/>
                </a:cubicBezTo>
                <a:lnTo>
                  <a:pt x="72078" y="12567"/>
                </a:lnTo>
                <a:lnTo>
                  <a:pt x="94013" y="-1974"/>
                </a:lnTo>
                <a:cubicBezTo>
                  <a:pt x="95687" y="-3073"/>
                  <a:pt x="97786" y="-3273"/>
                  <a:pt x="99635" y="-2523"/>
                </a:cubicBezTo>
                <a:cubicBezTo>
                  <a:pt x="101483" y="-1774"/>
                  <a:pt x="102783" y="-125"/>
                  <a:pt x="103182" y="1824"/>
                </a:cubicBezTo>
                <a:lnTo>
                  <a:pt x="108404" y="27607"/>
                </a:lnTo>
                <a:lnTo>
                  <a:pt x="134187" y="32828"/>
                </a:lnTo>
                <a:cubicBezTo>
                  <a:pt x="136136" y="33228"/>
                  <a:pt x="137785" y="34577"/>
                  <a:pt x="138534" y="36401"/>
                </a:cubicBezTo>
                <a:cubicBezTo>
                  <a:pt x="139284" y="38225"/>
                  <a:pt x="139084" y="40349"/>
                  <a:pt x="137984" y="42022"/>
                </a:cubicBezTo>
                <a:lnTo>
                  <a:pt x="123444" y="63958"/>
                </a:lnTo>
                <a:lnTo>
                  <a:pt x="137984" y="85894"/>
                </a:lnTo>
                <a:cubicBezTo>
                  <a:pt x="139084" y="87568"/>
                  <a:pt x="139284" y="89666"/>
                  <a:pt x="138534" y="91515"/>
                </a:cubicBezTo>
                <a:cubicBezTo>
                  <a:pt x="137785" y="93364"/>
                  <a:pt x="136136" y="94713"/>
                  <a:pt x="134187" y="95088"/>
                </a:cubicBezTo>
                <a:lnTo>
                  <a:pt x="108379" y="100284"/>
                </a:lnTo>
                <a:lnTo>
                  <a:pt x="103182" y="126092"/>
                </a:lnTo>
                <a:cubicBezTo>
                  <a:pt x="102783" y="128041"/>
                  <a:pt x="101433" y="129690"/>
                  <a:pt x="99610" y="130439"/>
                </a:cubicBezTo>
                <a:cubicBezTo>
                  <a:pt x="97786" y="131189"/>
                  <a:pt x="95662" y="130989"/>
                  <a:pt x="93988" y="129890"/>
                </a:cubicBezTo>
                <a:lnTo>
                  <a:pt x="72053" y="115349"/>
                </a:lnTo>
                <a:lnTo>
                  <a:pt x="50117" y="129890"/>
                </a:lnTo>
                <a:cubicBezTo>
                  <a:pt x="48443" y="130989"/>
                  <a:pt x="46345" y="131189"/>
                  <a:pt x="44496" y="130439"/>
                </a:cubicBezTo>
                <a:cubicBezTo>
                  <a:pt x="42647" y="129690"/>
                  <a:pt x="41298" y="128041"/>
                  <a:pt x="40923" y="126092"/>
                </a:cubicBezTo>
                <a:lnTo>
                  <a:pt x="35727" y="100284"/>
                </a:lnTo>
                <a:lnTo>
                  <a:pt x="9918" y="95063"/>
                </a:lnTo>
                <a:cubicBezTo>
                  <a:pt x="7970" y="94663"/>
                  <a:pt x="6321" y="93314"/>
                  <a:pt x="5571" y="91490"/>
                </a:cubicBezTo>
                <a:cubicBezTo>
                  <a:pt x="4822" y="89666"/>
                  <a:pt x="5022" y="87543"/>
                  <a:pt x="6121" y="85869"/>
                </a:cubicBezTo>
                <a:lnTo>
                  <a:pt x="20661" y="63958"/>
                </a:lnTo>
                <a:lnTo>
                  <a:pt x="6121" y="42022"/>
                </a:lnTo>
                <a:cubicBezTo>
                  <a:pt x="5022" y="40349"/>
                  <a:pt x="4822" y="38250"/>
                  <a:pt x="5571" y="36401"/>
                </a:cubicBezTo>
                <a:cubicBezTo>
                  <a:pt x="6321" y="34552"/>
                  <a:pt x="7970" y="33203"/>
                  <a:pt x="9918" y="32828"/>
                </a:cubicBezTo>
                <a:lnTo>
                  <a:pt x="35727" y="27632"/>
                </a:lnTo>
                <a:lnTo>
                  <a:pt x="40948" y="1824"/>
                </a:lnTo>
                <a:cubicBezTo>
                  <a:pt x="41348" y="-125"/>
                  <a:pt x="42697" y="-1774"/>
                  <a:pt x="44521" y="-2523"/>
                </a:cubicBezTo>
                <a:close/>
                <a:moveTo>
                  <a:pt x="51866" y="63958"/>
                </a:moveTo>
                <a:cubicBezTo>
                  <a:pt x="51866" y="56782"/>
                  <a:pt x="55694" y="50151"/>
                  <a:pt x="61909" y="46562"/>
                </a:cubicBezTo>
                <a:cubicBezTo>
                  <a:pt x="68124" y="42974"/>
                  <a:pt x="75781" y="42974"/>
                  <a:pt x="81996" y="46562"/>
                </a:cubicBezTo>
                <a:cubicBezTo>
                  <a:pt x="88211" y="50151"/>
                  <a:pt x="92040" y="56782"/>
                  <a:pt x="92040" y="63958"/>
                </a:cubicBezTo>
                <a:cubicBezTo>
                  <a:pt x="92040" y="75044"/>
                  <a:pt x="83039" y="84045"/>
                  <a:pt x="71953" y="84045"/>
                </a:cubicBezTo>
                <a:cubicBezTo>
                  <a:pt x="60867" y="84045"/>
                  <a:pt x="51866" y="75044"/>
                  <a:pt x="51866" y="63958"/>
                </a:cubicBezTo>
                <a:close/>
                <a:moveTo>
                  <a:pt x="104032" y="63958"/>
                </a:moveTo>
                <a:cubicBezTo>
                  <a:pt x="104032" y="46253"/>
                  <a:pt x="89658" y="31879"/>
                  <a:pt x="71953" y="31879"/>
                </a:cubicBezTo>
                <a:cubicBezTo>
                  <a:pt x="54248" y="31879"/>
                  <a:pt x="39874" y="46253"/>
                  <a:pt x="39874" y="63958"/>
                </a:cubicBezTo>
                <a:cubicBezTo>
                  <a:pt x="39874" y="75419"/>
                  <a:pt x="45988" y="86009"/>
                  <a:pt x="55913" y="91739"/>
                </a:cubicBezTo>
                <a:cubicBezTo>
                  <a:pt x="65839" y="97470"/>
                  <a:pt x="78067" y="97470"/>
                  <a:pt x="87992" y="91739"/>
                </a:cubicBezTo>
                <a:cubicBezTo>
                  <a:pt x="97918" y="86009"/>
                  <a:pt x="104032" y="75419"/>
                  <a:pt x="104032" y="6395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844246" y="5282934"/>
            <a:ext cx="1071297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Retrieve daily quotes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92477" y="5602724"/>
            <a:ext cx="5348490" cy="351769"/>
          </a:xfrm>
          <a:custGeom>
            <a:avLst/>
            <a:gdLst/>
            <a:ahLst/>
            <a:cxnLst/>
            <a:rect l="l" t="t" r="r" b="b"/>
            <a:pathLst>
              <a:path w="5348490" h="351769">
                <a:moveTo>
                  <a:pt x="63959" y="0"/>
                </a:moveTo>
                <a:lnTo>
                  <a:pt x="5284532" y="0"/>
                </a:lnTo>
                <a:cubicBezTo>
                  <a:pt x="5319855" y="0"/>
                  <a:pt x="5348490" y="28635"/>
                  <a:pt x="5348490" y="63959"/>
                </a:cubicBezTo>
                <a:lnTo>
                  <a:pt x="5348490" y="287811"/>
                </a:lnTo>
                <a:cubicBezTo>
                  <a:pt x="5348490" y="323134"/>
                  <a:pt x="5319855" y="351769"/>
                  <a:pt x="5284532" y="351769"/>
                </a:cubicBezTo>
                <a:lnTo>
                  <a:pt x="63959" y="351769"/>
                </a:lnTo>
                <a:cubicBezTo>
                  <a:pt x="28635" y="351769"/>
                  <a:pt x="0" y="323134"/>
                  <a:pt x="0" y="287811"/>
                </a:cubicBezTo>
                <a:lnTo>
                  <a:pt x="0" y="63959"/>
                </a:lnTo>
                <a:cubicBezTo>
                  <a:pt x="0" y="28635"/>
                  <a:pt x="28635" y="0"/>
                  <a:pt x="63959" y="0"/>
                </a:cubicBezTo>
                <a:close/>
              </a:path>
            </a:pathLst>
          </a:custGeom>
          <a:solidFill>
            <a:srgbClr val="F59E0B">
              <a:alpha val="5098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04403" y="5714651"/>
            <a:ext cx="127916" cy="127916"/>
          </a:xfrm>
          <a:custGeom>
            <a:avLst/>
            <a:gdLst/>
            <a:ahLst/>
            <a:cxnLst/>
            <a:rect l="l" t="t" r="r" b="b"/>
            <a:pathLst>
              <a:path w="127916" h="127916">
                <a:moveTo>
                  <a:pt x="60210" y="21761"/>
                </a:moveTo>
                <a:lnTo>
                  <a:pt x="63958" y="26932"/>
                </a:lnTo>
                <a:lnTo>
                  <a:pt x="67706" y="21761"/>
                </a:lnTo>
                <a:cubicBezTo>
                  <a:pt x="73951" y="13116"/>
                  <a:pt x="83995" y="7995"/>
                  <a:pt x="94663" y="7995"/>
                </a:cubicBezTo>
                <a:cubicBezTo>
                  <a:pt x="113026" y="7995"/>
                  <a:pt x="127916" y="22885"/>
                  <a:pt x="127916" y="41248"/>
                </a:cubicBezTo>
                <a:lnTo>
                  <a:pt x="127916" y="41898"/>
                </a:lnTo>
                <a:cubicBezTo>
                  <a:pt x="127916" y="69929"/>
                  <a:pt x="92964" y="102483"/>
                  <a:pt x="74726" y="116399"/>
                </a:cubicBezTo>
                <a:cubicBezTo>
                  <a:pt x="71628" y="118747"/>
                  <a:pt x="67830" y="119921"/>
                  <a:pt x="63958" y="119921"/>
                </a:cubicBezTo>
                <a:cubicBezTo>
                  <a:pt x="60086" y="119921"/>
                  <a:pt x="56263" y="118772"/>
                  <a:pt x="53190" y="116399"/>
                </a:cubicBezTo>
                <a:cubicBezTo>
                  <a:pt x="34952" y="102483"/>
                  <a:pt x="0" y="69929"/>
                  <a:pt x="0" y="41898"/>
                </a:cubicBezTo>
                <a:lnTo>
                  <a:pt x="0" y="41248"/>
                </a:lnTo>
                <a:cubicBezTo>
                  <a:pt x="0" y="22885"/>
                  <a:pt x="14890" y="7995"/>
                  <a:pt x="33253" y="7995"/>
                </a:cubicBezTo>
                <a:cubicBezTo>
                  <a:pt x="43921" y="7995"/>
                  <a:pt x="53965" y="13116"/>
                  <a:pt x="60210" y="21761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3" name="Text 51"/>
          <p:cNvSpPr/>
          <p:nvPr/>
        </p:nvSpPr>
        <p:spPr>
          <a:xfrm>
            <a:off x="844246" y="5698661"/>
            <a:ext cx="1151245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Like and save favorites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92477" y="6018451"/>
            <a:ext cx="5348490" cy="351769"/>
          </a:xfrm>
          <a:custGeom>
            <a:avLst/>
            <a:gdLst/>
            <a:ahLst/>
            <a:cxnLst/>
            <a:rect l="l" t="t" r="r" b="b"/>
            <a:pathLst>
              <a:path w="5348490" h="351769">
                <a:moveTo>
                  <a:pt x="63959" y="0"/>
                </a:moveTo>
                <a:lnTo>
                  <a:pt x="5284532" y="0"/>
                </a:lnTo>
                <a:cubicBezTo>
                  <a:pt x="5319855" y="0"/>
                  <a:pt x="5348490" y="28635"/>
                  <a:pt x="5348490" y="63959"/>
                </a:cubicBezTo>
                <a:lnTo>
                  <a:pt x="5348490" y="287811"/>
                </a:lnTo>
                <a:cubicBezTo>
                  <a:pt x="5348490" y="323134"/>
                  <a:pt x="5319855" y="351769"/>
                  <a:pt x="5284532" y="351769"/>
                </a:cubicBezTo>
                <a:lnTo>
                  <a:pt x="63959" y="351769"/>
                </a:lnTo>
                <a:cubicBezTo>
                  <a:pt x="28635" y="351769"/>
                  <a:pt x="0" y="323134"/>
                  <a:pt x="0" y="287811"/>
                </a:cubicBezTo>
                <a:lnTo>
                  <a:pt x="0" y="63959"/>
                </a:lnTo>
                <a:cubicBezTo>
                  <a:pt x="0" y="28635"/>
                  <a:pt x="28635" y="0"/>
                  <a:pt x="63959" y="0"/>
                </a:cubicBezTo>
                <a:close/>
              </a:path>
            </a:pathLst>
          </a:custGeom>
          <a:solidFill>
            <a:srgbClr val="F59E0B">
              <a:alpha val="5098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12398" y="6130378"/>
            <a:ext cx="111927" cy="127916"/>
          </a:xfrm>
          <a:custGeom>
            <a:avLst/>
            <a:gdLst/>
            <a:ahLst/>
            <a:cxnLst/>
            <a:rect l="l" t="t" r="r" b="b"/>
            <a:pathLst>
              <a:path w="111927" h="127916">
                <a:moveTo>
                  <a:pt x="95937" y="23984"/>
                </a:moveTo>
                <a:lnTo>
                  <a:pt x="63958" y="23984"/>
                </a:lnTo>
                <a:lnTo>
                  <a:pt x="63958" y="55963"/>
                </a:lnTo>
                <a:lnTo>
                  <a:pt x="95937" y="55963"/>
                </a:lnTo>
                <a:lnTo>
                  <a:pt x="95937" y="23984"/>
                </a:lnTo>
                <a:close/>
                <a:moveTo>
                  <a:pt x="111927" y="55963"/>
                </a:moveTo>
                <a:lnTo>
                  <a:pt x="111927" y="103932"/>
                </a:lnTo>
                <a:cubicBezTo>
                  <a:pt x="111927" y="112751"/>
                  <a:pt x="104756" y="119921"/>
                  <a:pt x="95937" y="119921"/>
                </a:cubicBezTo>
                <a:lnTo>
                  <a:pt x="15990" y="119921"/>
                </a:lnTo>
                <a:cubicBezTo>
                  <a:pt x="7170" y="119921"/>
                  <a:pt x="0" y="112751"/>
                  <a:pt x="0" y="103932"/>
                </a:cubicBezTo>
                <a:lnTo>
                  <a:pt x="0" y="23984"/>
                </a:lnTo>
                <a:cubicBezTo>
                  <a:pt x="0" y="15165"/>
                  <a:pt x="7170" y="7995"/>
                  <a:pt x="15990" y="7995"/>
                </a:cubicBezTo>
                <a:lnTo>
                  <a:pt x="95937" y="7995"/>
                </a:lnTo>
                <a:cubicBezTo>
                  <a:pt x="104756" y="7995"/>
                  <a:pt x="111927" y="15165"/>
                  <a:pt x="111927" y="23984"/>
                </a:cubicBezTo>
                <a:lnTo>
                  <a:pt x="111927" y="55963"/>
                </a:lnTo>
                <a:close/>
                <a:moveTo>
                  <a:pt x="15990" y="71953"/>
                </a:moveTo>
                <a:lnTo>
                  <a:pt x="15990" y="103932"/>
                </a:lnTo>
                <a:lnTo>
                  <a:pt x="47969" y="103932"/>
                </a:lnTo>
                <a:lnTo>
                  <a:pt x="47969" y="71953"/>
                </a:lnTo>
                <a:lnTo>
                  <a:pt x="15990" y="71953"/>
                </a:lnTo>
                <a:close/>
                <a:moveTo>
                  <a:pt x="47969" y="55963"/>
                </a:moveTo>
                <a:lnTo>
                  <a:pt x="47969" y="23984"/>
                </a:lnTo>
                <a:lnTo>
                  <a:pt x="15990" y="23984"/>
                </a:lnTo>
                <a:lnTo>
                  <a:pt x="15990" y="55963"/>
                </a:lnTo>
                <a:lnTo>
                  <a:pt x="47969" y="55963"/>
                </a:lnTo>
                <a:close/>
                <a:moveTo>
                  <a:pt x="63958" y="71953"/>
                </a:moveTo>
                <a:lnTo>
                  <a:pt x="63958" y="103932"/>
                </a:lnTo>
                <a:lnTo>
                  <a:pt x="95937" y="103932"/>
                </a:lnTo>
                <a:lnTo>
                  <a:pt x="95937" y="71953"/>
                </a:lnTo>
                <a:lnTo>
                  <a:pt x="63958" y="71953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6" name="Text 54"/>
          <p:cNvSpPr/>
          <p:nvPr/>
        </p:nvSpPr>
        <p:spPr>
          <a:xfrm>
            <a:off x="844246" y="6114388"/>
            <a:ext cx="1279161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Browse quote collections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183643" y="4445083"/>
            <a:ext cx="5681072" cy="2091428"/>
          </a:xfrm>
          <a:custGeom>
            <a:avLst/>
            <a:gdLst/>
            <a:ahLst/>
            <a:cxnLst/>
            <a:rect l="l" t="t" r="r" b="b"/>
            <a:pathLst>
              <a:path w="5681072" h="2091428">
                <a:moveTo>
                  <a:pt x="127912" y="0"/>
                </a:moveTo>
                <a:lnTo>
                  <a:pt x="5553161" y="0"/>
                </a:lnTo>
                <a:cubicBezTo>
                  <a:pt x="5623804" y="0"/>
                  <a:pt x="5681072" y="57268"/>
                  <a:pt x="5681072" y="127912"/>
                </a:cubicBezTo>
                <a:lnTo>
                  <a:pt x="5681072" y="1963516"/>
                </a:lnTo>
                <a:cubicBezTo>
                  <a:pt x="5681072" y="2034160"/>
                  <a:pt x="5623804" y="2091428"/>
                  <a:pt x="5553161" y="2091428"/>
                </a:cubicBezTo>
                <a:lnTo>
                  <a:pt x="127912" y="2091428"/>
                </a:lnTo>
                <a:cubicBezTo>
                  <a:pt x="57268" y="2091428"/>
                  <a:pt x="0" y="2034160"/>
                  <a:pt x="0" y="1963516"/>
                </a:cubicBezTo>
                <a:lnTo>
                  <a:pt x="0" y="127912"/>
                </a:lnTo>
                <a:cubicBezTo>
                  <a:pt x="0" y="57268"/>
                  <a:pt x="57268" y="0"/>
                  <a:pt x="127912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6366F1">
                <a:alpha val="20000"/>
              </a:srgbClr>
            </a:solidFill>
            <a:prstDash val="solid"/>
          </a:ln>
          <a:effectLst>
            <a:outerShdw sx="100000" sy="100000" kx="0" ky="0" algn="bl" rotWithShape="0" blurRad="23984" dist="7995" dir="5400000">
              <a:srgbClr val="000000">
                <a:alpha val="10196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349933" y="4611375"/>
            <a:ext cx="447706" cy="447706"/>
          </a:xfrm>
          <a:custGeom>
            <a:avLst/>
            <a:gdLst/>
            <a:ahLst/>
            <a:cxnLst/>
            <a:rect l="l" t="t" r="r" b="b"/>
            <a:pathLst>
              <a:path w="447706" h="447706">
                <a:moveTo>
                  <a:pt x="95939" y="0"/>
                </a:moveTo>
                <a:lnTo>
                  <a:pt x="351767" y="0"/>
                </a:lnTo>
                <a:cubicBezTo>
                  <a:pt x="404717" y="0"/>
                  <a:pt x="447706" y="42989"/>
                  <a:pt x="447706" y="95939"/>
                </a:cubicBezTo>
                <a:lnTo>
                  <a:pt x="447706" y="351767"/>
                </a:lnTo>
                <a:cubicBezTo>
                  <a:pt x="447706" y="404753"/>
                  <a:pt x="404753" y="447706"/>
                  <a:pt x="351767" y="447706"/>
                </a:cubicBezTo>
                <a:lnTo>
                  <a:pt x="95939" y="447706"/>
                </a:lnTo>
                <a:cubicBezTo>
                  <a:pt x="42989" y="447706"/>
                  <a:pt x="0" y="404717"/>
                  <a:pt x="0" y="351767"/>
                </a:cubicBezTo>
                <a:lnTo>
                  <a:pt x="0" y="95939"/>
                </a:lnTo>
                <a:cubicBezTo>
                  <a:pt x="0" y="42989"/>
                  <a:pt x="42989" y="0"/>
                  <a:pt x="95939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/>
              </a:gs>
              <a:gs pos="100000">
                <a:srgbClr val="4F46E5"/>
              </a:gs>
            </a:gsLst>
            <a:lin ang="2700000" scaled="1"/>
          </a:gradFill>
          <a:ln/>
        </p:spPr>
      </p:sp>
      <p:sp>
        <p:nvSpPr>
          <p:cNvPr id="59" name="Shape 57"/>
          <p:cNvSpPr/>
          <p:nvPr/>
        </p:nvSpPr>
        <p:spPr>
          <a:xfrm>
            <a:off x="6489842" y="4739291"/>
            <a:ext cx="167890" cy="191874"/>
          </a:xfrm>
          <a:custGeom>
            <a:avLst/>
            <a:gdLst/>
            <a:ahLst/>
            <a:cxnLst/>
            <a:rect l="l" t="t" r="r" b="b"/>
            <a:pathLst>
              <a:path w="167890" h="191874">
                <a:moveTo>
                  <a:pt x="83945" y="0"/>
                </a:moveTo>
                <a:cubicBezTo>
                  <a:pt x="77312" y="0"/>
                  <a:pt x="71953" y="5359"/>
                  <a:pt x="71953" y="11992"/>
                </a:cubicBezTo>
                <a:lnTo>
                  <a:pt x="71953" y="13191"/>
                </a:lnTo>
                <a:cubicBezTo>
                  <a:pt x="44596" y="18738"/>
                  <a:pt x="23984" y="42947"/>
                  <a:pt x="23984" y="71953"/>
                </a:cubicBezTo>
                <a:lnTo>
                  <a:pt x="23984" y="80085"/>
                </a:lnTo>
                <a:cubicBezTo>
                  <a:pt x="23984" y="98111"/>
                  <a:pt x="17838" y="115612"/>
                  <a:pt x="6596" y="129702"/>
                </a:cubicBezTo>
                <a:lnTo>
                  <a:pt x="2923" y="134274"/>
                </a:lnTo>
                <a:cubicBezTo>
                  <a:pt x="1012" y="136635"/>
                  <a:pt x="0" y="139558"/>
                  <a:pt x="0" y="142594"/>
                </a:cubicBezTo>
                <a:cubicBezTo>
                  <a:pt x="0" y="149939"/>
                  <a:pt x="5959" y="155898"/>
                  <a:pt x="13304" y="155898"/>
                </a:cubicBezTo>
                <a:lnTo>
                  <a:pt x="154549" y="155898"/>
                </a:lnTo>
                <a:cubicBezTo>
                  <a:pt x="161894" y="155898"/>
                  <a:pt x="167852" y="149939"/>
                  <a:pt x="167852" y="142594"/>
                </a:cubicBezTo>
                <a:cubicBezTo>
                  <a:pt x="167852" y="139558"/>
                  <a:pt x="166841" y="136635"/>
                  <a:pt x="164929" y="134274"/>
                </a:cubicBezTo>
                <a:lnTo>
                  <a:pt x="161257" y="129702"/>
                </a:lnTo>
                <a:cubicBezTo>
                  <a:pt x="150052" y="115612"/>
                  <a:pt x="143906" y="98111"/>
                  <a:pt x="143906" y="80085"/>
                </a:cubicBezTo>
                <a:lnTo>
                  <a:pt x="143906" y="71953"/>
                </a:lnTo>
                <a:cubicBezTo>
                  <a:pt x="143906" y="42947"/>
                  <a:pt x="123294" y="18738"/>
                  <a:pt x="95937" y="13191"/>
                </a:cubicBezTo>
                <a:lnTo>
                  <a:pt x="95937" y="11992"/>
                </a:lnTo>
                <a:cubicBezTo>
                  <a:pt x="95937" y="5359"/>
                  <a:pt x="90578" y="0"/>
                  <a:pt x="83945" y="0"/>
                </a:cubicBezTo>
                <a:close/>
                <a:moveTo>
                  <a:pt x="60710" y="173886"/>
                </a:moveTo>
                <a:cubicBezTo>
                  <a:pt x="63371" y="184229"/>
                  <a:pt x="72777" y="191874"/>
                  <a:pt x="83945" y="191874"/>
                </a:cubicBezTo>
                <a:cubicBezTo>
                  <a:pt x="95113" y="191874"/>
                  <a:pt x="104519" y="184229"/>
                  <a:pt x="107180" y="173886"/>
                </a:cubicBezTo>
                <a:lnTo>
                  <a:pt x="60710" y="17388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6893577" y="4627364"/>
            <a:ext cx="1526998" cy="255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11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Notifications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893577" y="4883097"/>
            <a:ext cx="1487024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dirty="0">
                <a:solidFill>
                  <a:srgbClr val="6A72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Timely reminders and nudges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49933" y="5186997"/>
            <a:ext cx="5348490" cy="351769"/>
          </a:xfrm>
          <a:custGeom>
            <a:avLst/>
            <a:gdLst/>
            <a:ahLst/>
            <a:cxnLst/>
            <a:rect l="l" t="t" r="r" b="b"/>
            <a:pathLst>
              <a:path w="5348490" h="351769">
                <a:moveTo>
                  <a:pt x="63959" y="0"/>
                </a:moveTo>
                <a:lnTo>
                  <a:pt x="5284532" y="0"/>
                </a:lnTo>
                <a:cubicBezTo>
                  <a:pt x="5319855" y="0"/>
                  <a:pt x="5348490" y="28635"/>
                  <a:pt x="5348490" y="63959"/>
                </a:cubicBezTo>
                <a:lnTo>
                  <a:pt x="5348490" y="287811"/>
                </a:lnTo>
                <a:cubicBezTo>
                  <a:pt x="5348490" y="323134"/>
                  <a:pt x="5319855" y="351769"/>
                  <a:pt x="5284532" y="351769"/>
                </a:cubicBezTo>
                <a:lnTo>
                  <a:pt x="63959" y="351769"/>
                </a:lnTo>
                <a:cubicBezTo>
                  <a:pt x="28635" y="351769"/>
                  <a:pt x="0" y="323134"/>
                  <a:pt x="0" y="287811"/>
                </a:cubicBezTo>
                <a:lnTo>
                  <a:pt x="0" y="63959"/>
                </a:lnTo>
                <a:cubicBezTo>
                  <a:pt x="0" y="28635"/>
                  <a:pt x="28635" y="0"/>
                  <a:pt x="63959" y="0"/>
                </a:cubicBezTo>
                <a:close/>
              </a:path>
            </a:pathLst>
          </a:custGeom>
          <a:solidFill>
            <a:srgbClr val="6366F1">
              <a:alpha val="5098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6461860" y="5298923"/>
            <a:ext cx="127916" cy="127916"/>
          </a:xfrm>
          <a:custGeom>
            <a:avLst/>
            <a:gdLst/>
            <a:ahLst/>
            <a:cxnLst/>
            <a:rect l="l" t="t" r="r" b="b"/>
            <a:pathLst>
              <a:path w="127916" h="127916">
                <a:moveTo>
                  <a:pt x="63958" y="0"/>
                </a:moveTo>
                <a:cubicBezTo>
                  <a:pt x="99257" y="0"/>
                  <a:pt x="127916" y="28659"/>
                  <a:pt x="127916" y="63958"/>
                </a:cubicBezTo>
                <a:cubicBezTo>
                  <a:pt x="127916" y="99257"/>
                  <a:pt x="99257" y="127916"/>
                  <a:pt x="63958" y="127916"/>
                </a:cubicBezTo>
                <a:cubicBezTo>
                  <a:pt x="28659" y="127916"/>
                  <a:pt x="0" y="99257"/>
                  <a:pt x="0" y="63958"/>
                </a:cubicBezTo>
                <a:cubicBezTo>
                  <a:pt x="0" y="28659"/>
                  <a:pt x="28659" y="0"/>
                  <a:pt x="63958" y="0"/>
                </a:cubicBezTo>
                <a:close/>
                <a:moveTo>
                  <a:pt x="57962" y="29980"/>
                </a:moveTo>
                <a:lnTo>
                  <a:pt x="57962" y="63958"/>
                </a:lnTo>
                <a:cubicBezTo>
                  <a:pt x="57962" y="65957"/>
                  <a:pt x="58961" y="67830"/>
                  <a:pt x="60635" y="68955"/>
                </a:cubicBezTo>
                <a:lnTo>
                  <a:pt x="84619" y="84944"/>
                </a:lnTo>
                <a:cubicBezTo>
                  <a:pt x="87368" y="86793"/>
                  <a:pt x="91090" y="86044"/>
                  <a:pt x="92939" y="83270"/>
                </a:cubicBezTo>
                <a:cubicBezTo>
                  <a:pt x="94788" y="80497"/>
                  <a:pt x="94038" y="76800"/>
                  <a:pt x="91265" y="74951"/>
                </a:cubicBezTo>
                <a:lnTo>
                  <a:pt x="69954" y="60760"/>
                </a:lnTo>
                <a:lnTo>
                  <a:pt x="69954" y="29980"/>
                </a:lnTo>
                <a:cubicBezTo>
                  <a:pt x="69954" y="26658"/>
                  <a:pt x="67281" y="23984"/>
                  <a:pt x="63958" y="23984"/>
                </a:cubicBezTo>
                <a:cubicBezTo>
                  <a:pt x="60635" y="23984"/>
                  <a:pt x="57962" y="26658"/>
                  <a:pt x="57962" y="2998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4" name="Text 62"/>
          <p:cNvSpPr/>
          <p:nvPr/>
        </p:nvSpPr>
        <p:spPr>
          <a:xfrm>
            <a:off x="6701703" y="5282934"/>
            <a:ext cx="1479030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Reminder and nudge delivery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349933" y="5602724"/>
            <a:ext cx="5348490" cy="351769"/>
          </a:xfrm>
          <a:custGeom>
            <a:avLst/>
            <a:gdLst/>
            <a:ahLst/>
            <a:cxnLst/>
            <a:rect l="l" t="t" r="r" b="b"/>
            <a:pathLst>
              <a:path w="5348490" h="351769">
                <a:moveTo>
                  <a:pt x="63959" y="0"/>
                </a:moveTo>
                <a:lnTo>
                  <a:pt x="5284532" y="0"/>
                </a:lnTo>
                <a:cubicBezTo>
                  <a:pt x="5319855" y="0"/>
                  <a:pt x="5348490" y="28635"/>
                  <a:pt x="5348490" y="63959"/>
                </a:cubicBezTo>
                <a:lnTo>
                  <a:pt x="5348490" y="287811"/>
                </a:lnTo>
                <a:cubicBezTo>
                  <a:pt x="5348490" y="323134"/>
                  <a:pt x="5319855" y="351769"/>
                  <a:pt x="5284532" y="351769"/>
                </a:cubicBezTo>
                <a:lnTo>
                  <a:pt x="63959" y="351769"/>
                </a:lnTo>
                <a:cubicBezTo>
                  <a:pt x="28635" y="351769"/>
                  <a:pt x="0" y="323134"/>
                  <a:pt x="0" y="287811"/>
                </a:cubicBezTo>
                <a:lnTo>
                  <a:pt x="0" y="63959"/>
                </a:lnTo>
                <a:cubicBezTo>
                  <a:pt x="0" y="28635"/>
                  <a:pt x="28635" y="0"/>
                  <a:pt x="63959" y="0"/>
                </a:cubicBezTo>
                <a:close/>
              </a:path>
            </a:pathLst>
          </a:custGeom>
          <a:solidFill>
            <a:srgbClr val="6366F1">
              <a:alpha val="5098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6461860" y="5714651"/>
            <a:ext cx="127916" cy="127916"/>
          </a:xfrm>
          <a:custGeom>
            <a:avLst/>
            <a:gdLst/>
            <a:ahLst/>
            <a:cxnLst/>
            <a:rect l="l" t="t" r="r" b="b"/>
            <a:pathLst>
              <a:path w="127916" h="127916">
                <a:moveTo>
                  <a:pt x="11992" y="15990"/>
                </a:moveTo>
                <a:cubicBezTo>
                  <a:pt x="5371" y="15990"/>
                  <a:pt x="0" y="21361"/>
                  <a:pt x="0" y="27982"/>
                </a:cubicBezTo>
                <a:cubicBezTo>
                  <a:pt x="0" y="31754"/>
                  <a:pt x="1774" y="35302"/>
                  <a:pt x="4797" y="37575"/>
                </a:cubicBezTo>
                <a:lnTo>
                  <a:pt x="56763" y="76550"/>
                </a:lnTo>
                <a:cubicBezTo>
                  <a:pt x="61035" y="79748"/>
                  <a:pt x="66881" y="79748"/>
                  <a:pt x="71153" y="76550"/>
                </a:cubicBezTo>
                <a:lnTo>
                  <a:pt x="123119" y="37575"/>
                </a:lnTo>
                <a:cubicBezTo>
                  <a:pt x="126142" y="35302"/>
                  <a:pt x="127916" y="31754"/>
                  <a:pt x="127916" y="27982"/>
                </a:cubicBezTo>
                <a:cubicBezTo>
                  <a:pt x="127916" y="21361"/>
                  <a:pt x="122545" y="15990"/>
                  <a:pt x="115924" y="15990"/>
                </a:cubicBezTo>
                <a:lnTo>
                  <a:pt x="11992" y="15990"/>
                </a:lnTo>
                <a:close/>
                <a:moveTo>
                  <a:pt x="0" y="48968"/>
                </a:moveTo>
                <a:lnTo>
                  <a:pt x="0" y="95937"/>
                </a:lnTo>
                <a:cubicBezTo>
                  <a:pt x="0" y="104756"/>
                  <a:pt x="7170" y="111927"/>
                  <a:pt x="15990" y="111927"/>
                </a:cubicBezTo>
                <a:lnTo>
                  <a:pt x="111927" y="111927"/>
                </a:lnTo>
                <a:cubicBezTo>
                  <a:pt x="120746" y="111927"/>
                  <a:pt x="127916" y="104756"/>
                  <a:pt x="127916" y="95937"/>
                </a:cubicBezTo>
                <a:lnTo>
                  <a:pt x="127916" y="48968"/>
                </a:lnTo>
                <a:lnTo>
                  <a:pt x="78349" y="86143"/>
                </a:lnTo>
                <a:cubicBezTo>
                  <a:pt x="69829" y="92539"/>
                  <a:pt x="58087" y="92539"/>
                  <a:pt x="49567" y="86143"/>
                </a:cubicBezTo>
                <a:lnTo>
                  <a:pt x="0" y="4896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7" name="Text 65"/>
          <p:cNvSpPr/>
          <p:nvPr/>
        </p:nvSpPr>
        <p:spPr>
          <a:xfrm>
            <a:off x="6701703" y="5698661"/>
            <a:ext cx="1199213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Unread tracking system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349933" y="6018451"/>
            <a:ext cx="5348490" cy="351769"/>
          </a:xfrm>
          <a:custGeom>
            <a:avLst/>
            <a:gdLst/>
            <a:ahLst/>
            <a:cxnLst/>
            <a:rect l="l" t="t" r="r" b="b"/>
            <a:pathLst>
              <a:path w="5348490" h="351769">
                <a:moveTo>
                  <a:pt x="63959" y="0"/>
                </a:moveTo>
                <a:lnTo>
                  <a:pt x="5284532" y="0"/>
                </a:lnTo>
                <a:cubicBezTo>
                  <a:pt x="5319855" y="0"/>
                  <a:pt x="5348490" y="28635"/>
                  <a:pt x="5348490" y="63959"/>
                </a:cubicBezTo>
                <a:lnTo>
                  <a:pt x="5348490" y="287811"/>
                </a:lnTo>
                <a:cubicBezTo>
                  <a:pt x="5348490" y="323134"/>
                  <a:pt x="5319855" y="351769"/>
                  <a:pt x="5284532" y="351769"/>
                </a:cubicBezTo>
                <a:lnTo>
                  <a:pt x="63959" y="351769"/>
                </a:lnTo>
                <a:cubicBezTo>
                  <a:pt x="28635" y="351769"/>
                  <a:pt x="0" y="323134"/>
                  <a:pt x="0" y="287811"/>
                </a:cubicBezTo>
                <a:lnTo>
                  <a:pt x="0" y="63959"/>
                </a:lnTo>
                <a:cubicBezTo>
                  <a:pt x="0" y="28635"/>
                  <a:pt x="28635" y="0"/>
                  <a:pt x="63959" y="0"/>
                </a:cubicBezTo>
                <a:close/>
              </a:path>
            </a:pathLst>
          </a:custGeom>
          <a:solidFill>
            <a:srgbClr val="6366F1">
              <a:alpha val="5098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6477850" y="6130378"/>
            <a:ext cx="95937" cy="127916"/>
          </a:xfrm>
          <a:custGeom>
            <a:avLst/>
            <a:gdLst/>
            <a:ahLst/>
            <a:cxnLst/>
            <a:rect l="l" t="t" r="r" b="b"/>
            <a:pathLst>
              <a:path w="95937" h="127916">
                <a:moveTo>
                  <a:pt x="62434" y="16689"/>
                </a:moveTo>
                <a:cubicBezTo>
                  <a:pt x="65032" y="13116"/>
                  <a:pt x="64233" y="8120"/>
                  <a:pt x="60660" y="5521"/>
                </a:cubicBezTo>
                <a:cubicBezTo>
                  <a:pt x="57088" y="2923"/>
                  <a:pt x="52091" y="3723"/>
                  <a:pt x="49493" y="7295"/>
                </a:cubicBezTo>
                <a:lnTo>
                  <a:pt x="23010" y="43696"/>
                </a:lnTo>
                <a:lnTo>
                  <a:pt x="13641" y="34327"/>
                </a:lnTo>
                <a:cubicBezTo>
                  <a:pt x="10518" y="31205"/>
                  <a:pt x="5446" y="31205"/>
                  <a:pt x="2323" y="34327"/>
                </a:cubicBezTo>
                <a:cubicBezTo>
                  <a:pt x="-799" y="37450"/>
                  <a:pt x="-799" y="42522"/>
                  <a:pt x="2323" y="45645"/>
                </a:cubicBezTo>
                <a:lnTo>
                  <a:pt x="18313" y="61635"/>
                </a:lnTo>
                <a:cubicBezTo>
                  <a:pt x="19962" y="63283"/>
                  <a:pt x="22260" y="64133"/>
                  <a:pt x="24584" y="63958"/>
                </a:cubicBezTo>
                <a:cubicBezTo>
                  <a:pt x="26907" y="63783"/>
                  <a:pt x="29056" y="62584"/>
                  <a:pt x="30430" y="60685"/>
                </a:cubicBezTo>
                <a:lnTo>
                  <a:pt x="62409" y="16714"/>
                </a:lnTo>
                <a:close/>
                <a:moveTo>
                  <a:pt x="94413" y="50667"/>
                </a:moveTo>
                <a:cubicBezTo>
                  <a:pt x="97011" y="47094"/>
                  <a:pt x="96212" y="42097"/>
                  <a:pt x="92639" y="39499"/>
                </a:cubicBezTo>
                <a:cubicBezTo>
                  <a:pt x="89067" y="36901"/>
                  <a:pt x="84070" y="37700"/>
                  <a:pt x="81472" y="41273"/>
                </a:cubicBezTo>
                <a:lnTo>
                  <a:pt x="38999" y="99660"/>
                </a:lnTo>
                <a:lnTo>
                  <a:pt x="21636" y="82296"/>
                </a:lnTo>
                <a:cubicBezTo>
                  <a:pt x="18513" y="79173"/>
                  <a:pt x="13441" y="79173"/>
                  <a:pt x="10318" y="82296"/>
                </a:cubicBezTo>
                <a:cubicBezTo>
                  <a:pt x="7195" y="85419"/>
                  <a:pt x="7195" y="90491"/>
                  <a:pt x="10318" y="93614"/>
                </a:cubicBezTo>
                <a:lnTo>
                  <a:pt x="34302" y="117598"/>
                </a:lnTo>
                <a:cubicBezTo>
                  <a:pt x="35951" y="119247"/>
                  <a:pt x="38250" y="120096"/>
                  <a:pt x="40573" y="119921"/>
                </a:cubicBezTo>
                <a:cubicBezTo>
                  <a:pt x="42897" y="119746"/>
                  <a:pt x="45045" y="118547"/>
                  <a:pt x="46420" y="116648"/>
                </a:cubicBezTo>
                <a:lnTo>
                  <a:pt x="94388" y="50692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0" name="Text 68"/>
          <p:cNvSpPr/>
          <p:nvPr/>
        </p:nvSpPr>
        <p:spPr>
          <a:xfrm>
            <a:off x="6701703" y="6114388"/>
            <a:ext cx="863433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Mark-read flows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7537" y="357537"/>
            <a:ext cx="11539496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spc="99" kern="0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7537" y="607812"/>
            <a:ext cx="11691449" cy="429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78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7537" y="1108364"/>
            <a:ext cx="11557372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7" dirty="0">
                <a:solidFill>
                  <a:srgbClr val="6A72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MERN stack foundation with comprehensive supporting services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7537" y="1537408"/>
            <a:ext cx="8402111" cy="3682628"/>
          </a:xfrm>
          <a:custGeom>
            <a:avLst/>
            <a:gdLst/>
            <a:ahLst/>
            <a:cxnLst/>
            <a:rect l="l" t="t" r="r" b="b"/>
            <a:pathLst>
              <a:path w="8402111" h="3682628">
                <a:moveTo>
                  <a:pt x="142996" y="0"/>
                </a:moveTo>
                <a:lnTo>
                  <a:pt x="8259115" y="0"/>
                </a:lnTo>
                <a:cubicBezTo>
                  <a:pt x="8338090" y="0"/>
                  <a:pt x="8402111" y="64022"/>
                  <a:pt x="8402111" y="142996"/>
                </a:cubicBezTo>
                <a:lnTo>
                  <a:pt x="8402111" y="3539631"/>
                </a:lnTo>
                <a:cubicBezTo>
                  <a:pt x="8402111" y="3618606"/>
                  <a:pt x="8338090" y="3682628"/>
                  <a:pt x="8259115" y="3682628"/>
                </a:cubicBezTo>
                <a:lnTo>
                  <a:pt x="142996" y="3682628"/>
                </a:lnTo>
                <a:cubicBezTo>
                  <a:pt x="64022" y="3682628"/>
                  <a:pt x="0" y="3618606"/>
                  <a:pt x="0" y="3539631"/>
                </a:cubicBezTo>
                <a:lnTo>
                  <a:pt x="0" y="142996"/>
                </a:lnTo>
                <a:cubicBezTo>
                  <a:pt x="0" y="64075"/>
                  <a:pt x="64075" y="0"/>
                  <a:pt x="142996" y="0"/>
                </a:cubicBezTo>
                <a:close/>
              </a:path>
            </a:pathLst>
          </a:custGeom>
          <a:gradFill rotWithShape="1" flip="none">
            <a:gsLst>
              <a:gs pos="0">
                <a:srgbClr val="1F2937"/>
              </a:gs>
              <a:gs pos="100000">
                <a:srgbClr val="111827"/>
              </a:gs>
            </a:gsLst>
            <a:lin ang="2700000" scaled="1"/>
          </a:gradFill>
          <a:ln/>
        </p:spPr>
      </p:sp>
      <p:sp>
        <p:nvSpPr>
          <p:cNvPr id="6" name="Text 4"/>
          <p:cNvSpPr/>
          <p:nvPr/>
        </p:nvSpPr>
        <p:spPr>
          <a:xfrm>
            <a:off x="518428" y="1751930"/>
            <a:ext cx="8080328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8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MERN Stack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2059" y="2216618"/>
            <a:ext cx="3915026" cy="1322886"/>
          </a:xfrm>
          <a:custGeom>
            <a:avLst/>
            <a:gdLst/>
            <a:ahLst/>
            <a:cxnLst/>
            <a:rect l="l" t="t" r="r" b="b"/>
            <a:pathLst>
              <a:path w="3915026" h="1322886">
                <a:moveTo>
                  <a:pt x="107260" y="0"/>
                </a:moveTo>
                <a:lnTo>
                  <a:pt x="3807767" y="0"/>
                </a:lnTo>
                <a:cubicBezTo>
                  <a:pt x="3867005" y="0"/>
                  <a:pt x="3915026" y="48022"/>
                  <a:pt x="3915026" y="107260"/>
                </a:cubicBezTo>
                <a:lnTo>
                  <a:pt x="3915026" y="1215626"/>
                </a:lnTo>
                <a:cubicBezTo>
                  <a:pt x="3915026" y="1274864"/>
                  <a:pt x="3867005" y="1322886"/>
                  <a:pt x="3807767" y="1322886"/>
                </a:cubicBezTo>
                <a:lnTo>
                  <a:pt x="107260" y="1322886"/>
                </a:lnTo>
                <a:cubicBezTo>
                  <a:pt x="48022" y="1322886"/>
                  <a:pt x="0" y="1274864"/>
                  <a:pt x="0" y="1215626"/>
                </a:cubicBezTo>
                <a:lnTo>
                  <a:pt x="0" y="107260"/>
                </a:lnTo>
                <a:cubicBezTo>
                  <a:pt x="0" y="48061"/>
                  <a:pt x="48061" y="0"/>
                  <a:pt x="10726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278291" y="2359633"/>
            <a:ext cx="500551" cy="500551"/>
          </a:xfrm>
          <a:custGeom>
            <a:avLst/>
            <a:gdLst/>
            <a:ahLst/>
            <a:cxnLst/>
            <a:rect l="l" t="t" r="r" b="b"/>
            <a:pathLst>
              <a:path w="500551" h="500551">
                <a:moveTo>
                  <a:pt x="107263" y="0"/>
                </a:moveTo>
                <a:lnTo>
                  <a:pt x="393288" y="0"/>
                </a:lnTo>
                <a:cubicBezTo>
                  <a:pt x="452528" y="0"/>
                  <a:pt x="500551" y="48023"/>
                  <a:pt x="500551" y="107263"/>
                </a:cubicBezTo>
                <a:lnTo>
                  <a:pt x="500551" y="393288"/>
                </a:lnTo>
                <a:cubicBezTo>
                  <a:pt x="500551" y="452528"/>
                  <a:pt x="452528" y="500551"/>
                  <a:pt x="393288" y="500551"/>
                </a:cubicBezTo>
                <a:lnTo>
                  <a:pt x="107263" y="500551"/>
                </a:lnTo>
                <a:cubicBezTo>
                  <a:pt x="48023" y="500551"/>
                  <a:pt x="0" y="452528"/>
                  <a:pt x="0" y="393288"/>
                </a:cubicBezTo>
                <a:lnTo>
                  <a:pt x="0" y="107263"/>
                </a:lnTo>
                <a:cubicBezTo>
                  <a:pt x="0" y="48063"/>
                  <a:pt x="48063" y="0"/>
                  <a:pt x="107263" y="0"/>
                </a:cubicBezTo>
                <a:close/>
              </a:path>
            </a:pathLst>
          </a:custGeom>
          <a:solidFill>
            <a:srgbClr val="47A248"/>
          </a:solidFill>
          <a:ln/>
        </p:spPr>
      </p:sp>
      <p:sp>
        <p:nvSpPr>
          <p:cNvPr id="9" name="Shape 7"/>
          <p:cNvSpPr/>
          <p:nvPr/>
        </p:nvSpPr>
        <p:spPr>
          <a:xfrm>
            <a:off x="2434713" y="2502647"/>
            <a:ext cx="187707" cy="214522"/>
          </a:xfrm>
          <a:custGeom>
            <a:avLst/>
            <a:gdLst/>
            <a:ahLst/>
            <a:cxnLst/>
            <a:rect l="l" t="t" r="r" b="b"/>
            <a:pathLst>
              <a:path w="187707" h="214522">
                <a:moveTo>
                  <a:pt x="187707" y="86228"/>
                </a:moveTo>
                <a:cubicBezTo>
                  <a:pt x="181506" y="90334"/>
                  <a:pt x="174383" y="93644"/>
                  <a:pt x="166967" y="96284"/>
                </a:cubicBezTo>
                <a:cubicBezTo>
                  <a:pt x="147274" y="103323"/>
                  <a:pt x="121423" y="107261"/>
                  <a:pt x="93853" y="107261"/>
                </a:cubicBezTo>
                <a:cubicBezTo>
                  <a:pt x="66284" y="107261"/>
                  <a:pt x="40390" y="103281"/>
                  <a:pt x="20740" y="96284"/>
                </a:cubicBezTo>
                <a:cubicBezTo>
                  <a:pt x="13366" y="93644"/>
                  <a:pt x="6201" y="90334"/>
                  <a:pt x="0" y="86228"/>
                </a:cubicBezTo>
                <a:lnTo>
                  <a:pt x="0" y="120669"/>
                </a:lnTo>
                <a:cubicBezTo>
                  <a:pt x="0" y="139188"/>
                  <a:pt x="42025" y="154188"/>
                  <a:pt x="93853" y="154188"/>
                </a:cubicBezTo>
                <a:cubicBezTo>
                  <a:pt x="145682" y="154188"/>
                  <a:pt x="187707" y="139188"/>
                  <a:pt x="187707" y="120669"/>
                </a:cubicBezTo>
                <a:lnTo>
                  <a:pt x="187707" y="86228"/>
                </a:lnTo>
                <a:close/>
                <a:moveTo>
                  <a:pt x="187707" y="53630"/>
                </a:moveTo>
                <a:lnTo>
                  <a:pt x="187707" y="33519"/>
                </a:lnTo>
                <a:cubicBezTo>
                  <a:pt x="187707" y="15000"/>
                  <a:pt x="145682" y="0"/>
                  <a:pt x="93853" y="0"/>
                </a:cubicBezTo>
                <a:cubicBezTo>
                  <a:pt x="42025" y="0"/>
                  <a:pt x="0" y="15000"/>
                  <a:pt x="0" y="33519"/>
                </a:cubicBezTo>
                <a:lnTo>
                  <a:pt x="0" y="53630"/>
                </a:lnTo>
                <a:cubicBezTo>
                  <a:pt x="0" y="72150"/>
                  <a:pt x="42025" y="87150"/>
                  <a:pt x="93853" y="87150"/>
                </a:cubicBezTo>
                <a:cubicBezTo>
                  <a:pt x="145682" y="87150"/>
                  <a:pt x="187707" y="72150"/>
                  <a:pt x="187707" y="53630"/>
                </a:cubicBezTo>
                <a:close/>
                <a:moveTo>
                  <a:pt x="166967" y="163322"/>
                </a:moveTo>
                <a:cubicBezTo>
                  <a:pt x="147316" y="170319"/>
                  <a:pt x="121465" y="174299"/>
                  <a:pt x="93853" y="174299"/>
                </a:cubicBezTo>
                <a:cubicBezTo>
                  <a:pt x="66242" y="174299"/>
                  <a:pt x="40390" y="170319"/>
                  <a:pt x="20740" y="163322"/>
                </a:cubicBezTo>
                <a:cubicBezTo>
                  <a:pt x="13366" y="160682"/>
                  <a:pt x="6201" y="157372"/>
                  <a:pt x="0" y="153266"/>
                </a:cubicBezTo>
                <a:lnTo>
                  <a:pt x="0" y="181003"/>
                </a:lnTo>
                <a:cubicBezTo>
                  <a:pt x="0" y="199522"/>
                  <a:pt x="42025" y="214522"/>
                  <a:pt x="93853" y="214522"/>
                </a:cubicBezTo>
                <a:cubicBezTo>
                  <a:pt x="145682" y="214522"/>
                  <a:pt x="187707" y="199522"/>
                  <a:pt x="187707" y="181003"/>
                </a:cubicBezTo>
                <a:lnTo>
                  <a:pt x="187707" y="153266"/>
                </a:lnTo>
                <a:cubicBezTo>
                  <a:pt x="181506" y="157372"/>
                  <a:pt x="174383" y="160682"/>
                  <a:pt x="166967" y="16332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74850" y="2967445"/>
            <a:ext cx="3709443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MongoDB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8258" y="3253474"/>
            <a:ext cx="3682628" cy="14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5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 database for flexible data storage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28089" y="2216618"/>
            <a:ext cx="3915026" cy="1322886"/>
          </a:xfrm>
          <a:custGeom>
            <a:avLst/>
            <a:gdLst/>
            <a:ahLst/>
            <a:cxnLst/>
            <a:rect l="l" t="t" r="r" b="b"/>
            <a:pathLst>
              <a:path w="3915026" h="1322886">
                <a:moveTo>
                  <a:pt x="107260" y="0"/>
                </a:moveTo>
                <a:lnTo>
                  <a:pt x="3807767" y="0"/>
                </a:lnTo>
                <a:cubicBezTo>
                  <a:pt x="3867005" y="0"/>
                  <a:pt x="3915026" y="48022"/>
                  <a:pt x="3915026" y="107260"/>
                </a:cubicBezTo>
                <a:lnTo>
                  <a:pt x="3915026" y="1215626"/>
                </a:lnTo>
                <a:cubicBezTo>
                  <a:pt x="3915026" y="1274864"/>
                  <a:pt x="3867005" y="1322886"/>
                  <a:pt x="3807767" y="1322886"/>
                </a:cubicBezTo>
                <a:lnTo>
                  <a:pt x="107260" y="1322886"/>
                </a:lnTo>
                <a:cubicBezTo>
                  <a:pt x="48022" y="1322886"/>
                  <a:pt x="0" y="1274864"/>
                  <a:pt x="0" y="1215626"/>
                </a:cubicBezTo>
                <a:lnTo>
                  <a:pt x="0" y="107260"/>
                </a:lnTo>
                <a:cubicBezTo>
                  <a:pt x="0" y="48061"/>
                  <a:pt x="48061" y="0"/>
                  <a:pt x="10726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334321" y="2359633"/>
            <a:ext cx="500551" cy="500551"/>
          </a:xfrm>
          <a:custGeom>
            <a:avLst/>
            <a:gdLst/>
            <a:ahLst/>
            <a:cxnLst/>
            <a:rect l="l" t="t" r="r" b="b"/>
            <a:pathLst>
              <a:path w="500551" h="500551">
                <a:moveTo>
                  <a:pt x="107263" y="0"/>
                </a:moveTo>
                <a:lnTo>
                  <a:pt x="393288" y="0"/>
                </a:lnTo>
                <a:cubicBezTo>
                  <a:pt x="452528" y="0"/>
                  <a:pt x="500551" y="48023"/>
                  <a:pt x="500551" y="107263"/>
                </a:cubicBezTo>
                <a:lnTo>
                  <a:pt x="500551" y="393288"/>
                </a:lnTo>
                <a:cubicBezTo>
                  <a:pt x="500551" y="452528"/>
                  <a:pt x="452528" y="500551"/>
                  <a:pt x="393288" y="500551"/>
                </a:cubicBezTo>
                <a:lnTo>
                  <a:pt x="107263" y="500551"/>
                </a:lnTo>
                <a:cubicBezTo>
                  <a:pt x="48023" y="500551"/>
                  <a:pt x="0" y="452528"/>
                  <a:pt x="0" y="393288"/>
                </a:cubicBezTo>
                <a:lnTo>
                  <a:pt x="0" y="107263"/>
                </a:lnTo>
                <a:cubicBezTo>
                  <a:pt x="0" y="48063"/>
                  <a:pt x="48063" y="0"/>
                  <a:pt x="107263" y="0"/>
                </a:cubicBezTo>
                <a:close/>
              </a:path>
            </a:pathLst>
          </a:custGeom>
          <a:solidFill>
            <a:srgbClr val="68A063"/>
          </a:solidFill>
          <a:ln/>
        </p:spPr>
      </p:sp>
      <p:sp>
        <p:nvSpPr>
          <p:cNvPr id="14" name="Shape 12"/>
          <p:cNvSpPr/>
          <p:nvPr/>
        </p:nvSpPr>
        <p:spPr>
          <a:xfrm>
            <a:off x="6490743" y="2502647"/>
            <a:ext cx="187707" cy="214522"/>
          </a:xfrm>
          <a:custGeom>
            <a:avLst/>
            <a:gdLst/>
            <a:ahLst/>
            <a:cxnLst/>
            <a:rect l="l" t="t" r="r" b="b"/>
            <a:pathLst>
              <a:path w="187707" h="214522">
                <a:moveTo>
                  <a:pt x="26815" y="13408"/>
                </a:moveTo>
                <a:cubicBezTo>
                  <a:pt x="12025" y="13408"/>
                  <a:pt x="0" y="25433"/>
                  <a:pt x="0" y="40223"/>
                </a:cubicBezTo>
                <a:lnTo>
                  <a:pt x="0" y="67038"/>
                </a:lnTo>
                <a:cubicBezTo>
                  <a:pt x="0" y="81828"/>
                  <a:pt x="12025" y="93853"/>
                  <a:pt x="26815" y="93853"/>
                </a:cubicBezTo>
                <a:lnTo>
                  <a:pt x="160891" y="93853"/>
                </a:lnTo>
                <a:cubicBezTo>
                  <a:pt x="175682" y="93853"/>
                  <a:pt x="187707" y="81828"/>
                  <a:pt x="187707" y="67038"/>
                </a:cubicBezTo>
                <a:lnTo>
                  <a:pt x="187707" y="40223"/>
                </a:lnTo>
                <a:cubicBezTo>
                  <a:pt x="187707" y="25433"/>
                  <a:pt x="175682" y="13408"/>
                  <a:pt x="160891" y="13408"/>
                </a:cubicBezTo>
                <a:lnTo>
                  <a:pt x="26815" y="13408"/>
                </a:lnTo>
                <a:close/>
                <a:moveTo>
                  <a:pt x="117317" y="43575"/>
                </a:moveTo>
                <a:cubicBezTo>
                  <a:pt x="122867" y="43575"/>
                  <a:pt x="127372" y="48081"/>
                  <a:pt x="127372" y="53630"/>
                </a:cubicBezTo>
                <a:cubicBezTo>
                  <a:pt x="127372" y="59180"/>
                  <a:pt x="122867" y="63686"/>
                  <a:pt x="117317" y="63686"/>
                </a:cubicBezTo>
                <a:cubicBezTo>
                  <a:pt x="111767" y="63686"/>
                  <a:pt x="107261" y="59180"/>
                  <a:pt x="107261" y="53630"/>
                </a:cubicBezTo>
                <a:cubicBezTo>
                  <a:pt x="107261" y="48081"/>
                  <a:pt x="111767" y="43575"/>
                  <a:pt x="117317" y="43575"/>
                </a:cubicBezTo>
                <a:close/>
                <a:moveTo>
                  <a:pt x="140780" y="53630"/>
                </a:moveTo>
                <a:cubicBezTo>
                  <a:pt x="140780" y="48081"/>
                  <a:pt x="145286" y="43575"/>
                  <a:pt x="150836" y="43575"/>
                </a:cubicBezTo>
                <a:cubicBezTo>
                  <a:pt x="156386" y="43575"/>
                  <a:pt x="160891" y="48081"/>
                  <a:pt x="160891" y="53630"/>
                </a:cubicBezTo>
                <a:cubicBezTo>
                  <a:pt x="160891" y="59180"/>
                  <a:pt x="156386" y="63686"/>
                  <a:pt x="150836" y="63686"/>
                </a:cubicBezTo>
                <a:cubicBezTo>
                  <a:pt x="145286" y="63686"/>
                  <a:pt x="140780" y="59180"/>
                  <a:pt x="140780" y="53630"/>
                </a:cubicBezTo>
                <a:close/>
                <a:moveTo>
                  <a:pt x="26815" y="120669"/>
                </a:moveTo>
                <a:cubicBezTo>
                  <a:pt x="12025" y="120669"/>
                  <a:pt x="0" y="132694"/>
                  <a:pt x="0" y="147484"/>
                </a:cubicBezTo>
                <a:lnTo>
                  <a:pt x="0" y="174299"/>
                </a:lnTo>
                <a:cubicBezTo>
                  <a:pt x="0" y="189089"/>
                  <a:pt x="12025" y="201114"/>
                  <a:pt x="26815" y="201114"/>
                </a:cubicBezTo>
                <a:lnTo>
                  <a:pt x="160891" y="201114"/>
                </a:lnTo>
                <a:cubicBezTo>
                  <a:pt x="175682" y="201114"/>
                  <a:pt x="187707" y="189089"/>
                  <a:pt x="187707" y="174299"/>
                </a:cubicBezTo>
                <a:lnTo>
                  <a:pt x="187707" y="147484"/>
                </a:lnTo>
                <a:cubicBezTo>
                  <a:pt x="187707" y="132694"/>
                  <a:pt x="175682" y="120669"/>
                  <a:pt x="160891" y="120669"/>
                </a:cubicBezTo>
                <a:lnTo>
                  <a:pt x="26815" y="120669"/>
                </a:lnTo>
                <a:close/>
                <a:moveTo>
                  <a:pt x="117317" y="150836"/>
                </a:moveTo>
                <a:cubicBezTo>
                  <a:pt x="122867" y="150836"/>
                  <a:pt x="127372" y="155342"/>
                  <a:pt x="127372" y="160891"/>
                </a:cubicBezTo>
                <a:cubicBezTo>
                  <a:pt x="127372" y="166441"/>
                  <a:pt x="122867" y="170947"/>
                  <a:pt x="117317" y="170947"/>
                </a:cubicBezTo>
                <a:cubicBezTo>
                  <a:pt x="111767" y="170947"/>
                  <a:pt x="107261" y="166441"/>
                  <a:pt x="107261" y="160891"/>
                </a:cubicBezTo>
                <a:cubicBezTo>
                  <a:pt x="107261" y="155342"/>
                  <a:pt x="111767" y="150836"/>
                  <a:pt x="117317" y="150836"/>
                </a:cubicBezTo>
                <a:close/>
                <a:moveTo>
                  <a:pt x="140780" y="160891"/>
                </a:moveTo>
                <a:cubicBezTo>
                  <a:pt x="140780" y="155342"/>
                  <a:pt x="145286" y="150836"/>
                  <a:pt x="150836" y="150836"/>
                </a:cubicBezTo>
                <a:cubicBezTo>
                  <a:pt x="156386" y="150836"/>
                  <a:pt x="160891" y="155342"/>
                  <a:pt x="160891" y="160891"/>
                </a:cubicBezTo>
                <a:cubicBezTo>
                  <a:pt x="160891" y="166441"/>
                  <a:pt x="156386" y="170947"/>
                  <a:pt x="150836" y="170947"/>
                </a:cubicBezTo>
                <a:cubicBezTo>
                  <a:pt x="145286" y="170947"/>
                  <a:pt x="140780" y="166441"/>
                  <a:pt x="140780" y="16089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730881" y="2967445"/>
            <a:ext cx="3709443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Express.js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44288" y="3253474"/>
            <a:ext cx="3682628" cy="14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5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framework for API development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2059" y="3682405"/>
            <a:ext cx="3915026" cy="1322886"/>
          </a:xfrm>
          <a:custGeom>
            <a:avLst/>
            <a:gdLst/>
            <a:ahLst/>
            <a:cxnLst/>
            <a:rect l="l" t="t" r="r" b="b"/>
            <a:pathLst>
              <a:path w="3915026" h="1322886">
                <a:moveTo>
                  <a:pt x="107260" y="0"/>
                </a:moveTo>
                <a:lnTo>
                  <a:pt x="3807767" y="0"/>
                </a:lnTo>
                <a:cubicBezTo>
                  <a:pt x="3867005" y="0"/>
                  <a:pt x="3915026" y="48022"/>
                  <a:pt x="3915026" y="107260"/>
                </a:cubicBezTo>
                <a:lnTo>
                  <a:pt x="3915026" y="1215626"/>
                </a:lnTo>
                <a:cubicBezTo>
                  <a:pt x="3915026" y="1274864"/>
                  <a:pt x="3867005" y="1322886"/>
                  <a:pt x="3807767" y="1322886"/>
                </a:cubicBezTo>
                <a:lnTo>
                  <a:pt x="107260" y="1322886"/>
                </a:lnTo>
                <a:cubicBezTo>
                  <a:pt x="48022" y="1322886"/>
                  <a:pt x="0" y="1274864"/>
                  <a:pt x="0" y="1215626"/>
                </a:cubicBezTo>
                <a:lnTo>
                  <a:pt x="0" y="107260"/>
                </a:lnTo>
                <a:cubicBezTo>
                  <a:pt x="0" y="48061"/>
                  <a:pt x="48061" y="0"/>
                  <a:pt x="10726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278291" y="3825420"/>
            <a:ext cx="500551" cy="500551"/>
          </a:xfrm>
          <a:custGeom>
            <a:avLst/>
            <a:gdLst/>
            <a:ahLst/>
            <a:cxnLst/>
            <a:rect l="l" t="t" r="r" b="b"/>
            <a:pathLst>
              <a:path w="500551" h="500551">
                <a:moveTo>
                  <a:pt x="107263" y="0"/>
                </a:moveTo>
                <a:lnTo>
                  <a:pt x="393288" y="0"/>
                </a:lnTo>
                <a:cubicBezTo>
                  <a:pt x="452528" y="0"/>
                  <a:pt x="500551" y="48023"/>
                  <a:pt x="500551" y="107263"/>
                </a:cubicBezTo>
                <a:lnTo>
                  <a:pt x="500551" y="393288"/>
                </a:lnTo>
                <a:cubicBezTo>
                  <a:pt x="500551" y="452528"/>
                  <a:pt x="452528" y="500551"/>
                  <a:pt x="393288" y="500551"/>
                </a:cubicBezTo>
                <a:lnTo>
                  <a:pt x="107263" y="500551"/>
                </a:lnTo>
                <a:cubicBezTo>
                  <a:pt x="48023" y="500551"/>
                  <a:pt x="0" y="452528"/>
                  <a:pt x="0" y="393288"/>
                </a:cubicBezTo>
                <a:lnTo>
                  <a:pt x="0" y="107263"/>
                </a:lnTo>
                <a:cubicBezTo>
                  <a:pt x="0" y="48063"/>
                  <a:pt x="48063" y="0"/>
                  <a:pt x="107263" y="0"/>
                </a:cubicBezTo>
                <a:close/>
              </a:path>
            </a:pathLst>
          </a:custGeom>
          <a:solidFill>
            <a:srgbClr val="61DAFB"/>
          </a:solidFill>
          <a:ln/>
        </p:spPr>
      </p:sp>
      <p:sp>
        <p:nvSpPr>
          <p:cNvPr id="19" name="Shape 17"/>
          <p:cNvSpPr/>
          <p:nvPr/>
        </p:nvSpPr>
        <p:spPr>
          <a:xfrm>
            <a:off x="2421305" y="3968434"/>
            <a:ext cx="214522" cy="214522"/>
          </a:xfrm>
          <a:custGeom>
            <a:avLst/>
            <a:gdLst/>
            <a:ahLst/>
            <a:cxnLst/>
            <a:rect l="l" t="t" r="r" b="b"/>
            <a:pathLst>
              <a:path w="214522" h="214522">
                <a:moveTo>
                  <a:pt x="175221" y="74245"/>
                </a:moveTo>
                <a:cubicBezTo>
                  <a:pt x="172958" y="73491"/>
                  <a:pt x="170696" y="72778"/>
                  <a:pt x="168433" y="72108"/>
                </a:cubicBezTo>
                <a:cubicBezTo>
                  <a:pt x="168810" y="70558"/>
                  <a:pt x="169146" y="69007"/>
                  <a:pt x="169481" y="67457"/>
                </a:cubicBezTo>
                <a:cubicBezTo>
                  <a:pt x="174634" y="42485"/>
                  <a:pt x="171241" y="22416"/>
                  <a:pt x="159802" y="15796"/>
                </a:cubicBezTo>
                <a:cubicBezTo>
                  <a:pt x="148783" y="9469"/>
                  <a:pt x="130808" y="16047"/>
                  <a:pt x="112624" y="31885"/>
                </a:cubicBezTo>
                <a:cubicBezTo>
                  <a:pt x="110822" y="33435"/>
                  <a:pt x="109063" y="35069"/>
                  <a:pt x="107387" y="36703"/>
                </a:cubicBezTo>
                <a:cubicBezTo>
                  <a:pt x="106255" y="35614"/>
                  <a:pt x="105082" y="34525"/>
                  <a:pt x="103909" y="33477"/>
                </a:cubicBezTo>
                <a:cubicBezTo>
                  <a:pt x="84845" y="16550"/>
                  <a:pt x="65739" y="9427"/>
                  <a:pt x="54301" y="16089"/>
                </a:cubicBezTo>
                <a:cubicBezTo>
                  <a:pt x="43323" y="22458"/>
                  <a:pt x="40055" y="41354"/>
                  <a:pt x="44664" y="64985"/>
                </a:cubicBezTo>
                <a:cubicBezTo>
                  <a:pt x="45125" y="67331"/>
                  <a:pt x="45628" y="69636"/>
                  <a:pt x="46214" y="71982"/>
                </a:cubicBezTo>
                <a:cubicBezTo>
                  <a:pt x="43533" y="72736"/>
                  <a:pt x="40893" y="73574"/>
                  <a:pt x="38421" y="74454"/>
                </a:cubicBezTo>
                <a:cubicBezTo>
                  <a:pt x="16047" y="82205"/>
                  <a:pt x="0" y="94440"/>
                  <a:pt x="0" y="107093"/>
                </a:cubicBezTo>
                <a:cubicBezTo>
                  <a:pt x="0" y="120166"/>
                  <a:pt x="17095" y="133280"/>
                  <a:pt x="40349" y="141241"/>
                </a:cubicBezTo>
                <a:cubicBezTo>
                  <a:pt x="42234" y="141869"/>
                  <a:pt x="44119" y="142498"/>
                  <a:pt x="46047" y="143043"/>
                </a:cubicBezTo>
                <a:cubicBezTo>
                  <a:pt x="45418" y="145557"/>
                  <a:pt x="44874" y="148029"/>
                  <a:pt x="44371" y="150584"/>
                </a:cubicBezTo>
                <a:cubicBezTo>
                  <a:pt x="39971" y="173838"/>
                  <a:pt x="43407" y="192274"/>
                  <a:pt x="54385" y="198600"/>
                </a:cubicBezTo>
                <a:cubicBezTo>
                  <a:pt x="65697" y="205137"/>
                  <a:pt x="84719" y="198433"/>
                  <a:pt x="103239" y="182218"/>
                </a:cubicBezTo>
                <a:cubicBezTo>
                  <a:pt x="104705" y="180919"/>
                  <a:pt x="106172" y="179578"/>
                  <a:pt x="107638" y="178154"/>
                </a:cubicBezTo>
                <a:cubicBezTo>
                  <a:pt x="109482" y="179955"/>
                  <a:pt x="111409" y="181673"/>
                  <a:pt x="113336" y="183349"/>
                </a:cubicBezTo>
                <a:cubicBezTo>
                  <a:pt x="131269" y="198768"/>
                  <a:pt x="148992" y="205011"/>
                  <a:pt x="159928" y="198684"/>
                </a:cubicBezTo>
                <a:cubicBezTo>
                  <a:pt x="171241" y="192148"/>
                  <a:pt x="174928" y="172330"/>
                  <a:pt x="170151" y="148196"/>
                </a:cubicBezTo>
                <a:cubicBezTo>
                  <a:pt x="169774" y="146353"/>
                  <a:pt x="169355" y="144467"/>
                  <a:pt x="168894" y="142540"/>
                </a:cubicBezTo>
                <a:cubicBezTo>
                  <a:pt x="170235" y="142163"/>
                  <a:pt x="171534" y="141744"/>
                  <a:pt x="172833" y="141325"/>
                </a:cubicBezTo>
                <a:cubicBezTo>
                  <a:pt x="197008" y="133322"/>
                  <a:pt x="214522" y="120375"/>
                  <a:pt x="214522" y="107093"/>
                </a:cubicBezTo>
                <a:cubicBezTo>
                  <a:pt x="214522" y="94398"/>
                  <a:pt x="198014" y="82080"/>
                  <a:pt x="175221" y="74245"/>
                </a:cubicBezTo>
                <a:close/>
                <a:moveTo>
                  <a:pt x="118532" y="38673"/>
                </a:moveTo>
                <a:cubicBezTo>
                  <a:pt x="134118" y="25097"/>
                  <a:pt x="148657" y="19776"/>
                  <a:pt x="155277" y="23589"/>
                </a:cubicBezTo>
                <a:cubicBezTo>
                  <a:pt x="162358" y="27653"/>
                  <a:pt x="165081" y="44078"/>
                  <a:pt x="160640" y="65655"/>
                </a:cubicBezTo>
                <a:cubicBezTo>
                  <a:pt x="160347" y="67080"/>
                  <a:pt x="160054" y="68463"/>
                  <a:pt x="159676" y="69845"/>
                </a:cubicBezTo>
                <a:cubicBezTo>
                  <a:pt x="150375" y="67750"/>
                  <a:pt x="140948" y="66242"/>
                  <a:pt x="131479" y="65404"/>
                </a:cubicBezTo>
                <a:cubicBezTo>
                  <a:pt x="126032" y="57611"/>
                  <a:pt x="120082" y="50153"/>
                  <a:pt x="113630" y="43156"/>
                </a:cubicBezTo>
                <a:cubicBezTo>
                  <a:pt x="115264" y="41606"/>
                  <a:pt x="116856" y="40139"/>
                  <a:pt x="118532" y="38673"/>
                </a:cubicBezTo>
                <a:close/>
                <a:moveTo>
                  <a:pt x="70055" y="128839"/>
                </a:moveTo>
                <a:cubicBezTo>
                  <a:pt x="72192" y="132484"/>
                  <a:pt x="74370" y="136129"/>
                  <a:pt x="76675" y="139691"/>
                </a:cubicBezTo>
                <a:cubicBezTo>
                  <a:pt x="70139" y="138978"/>
                  <a:pt x="63644" y="137931"/>
                  <a:pt x="57234" y="136548"/>
                </a:cubicBezTo>
                <a:cubicBezTo>
                  <a:pt x="59077" y="130515"/>
                  <a:pt x="61382" y="124272"/>
                  <a:pt x="64063" y="117903"/>
                </a:cubicBezTo>
                <a:cubicBezTo>
                  <a:pt x="65991" y="121590"/>
                  <a:pt x="67960" y="125236"/>
                  <a:pt x="70055" y="128839"/>
                </a:cubicBezTo>
                <a:close/>
                <a:moveTo>
                  <a:pt x="57359" y="78435"/>
                </a:moveTo>
                <a:cubicBezTo>
                  <a:pt x="63393" y="77094"/>
                  <a:pt x="69803" y="76004"/>
                  <a:pt x="76465" y="75166"/>
                </a:cubicBezTo>
                <a:cubicBezTo>
                  <a:pt x="74245" y="78644"/>
                  <a:pt x="72066" y="82205"/>
                  <a:pt x="70013" y="85809"/>
                </a:cubicBezTo>
                <a:cubicBezTo>
                  <a:pt x="67960" y="89370"/>
                  <a:pt x="65949" y="93015"/>
                  <a:pt x="64063" y="96702"/>
                </a:cubicBezTo>
                <a:cubicBezTo>
                  <a:pt x="61424" y="90460"/>
                  <a:pt x="59203" y="84342"/>
                  <a:pt x="57359" y="78435"/>
                </a:cubicBezTo>
                <a:close/>
                <a:moveTo>
                  <a:pt x="68840" y="107303"/>
                </a:moveTo>
                <a:cubicBezTo>
                  <a:pt x="71605" y="101521"/>
                  <a:pt x="74622" y="95865"/>
                  <a:pt x="77806" y="90292"/>
                </a:cubicBezTo>
                <a:cubicBezTo>
                  <a:pt x="80990" y="84719"/>
                  <a:pt x="84426" y="79314"/>
                  <a:pt x="88029" y="73993"/>
                </a:cubicBezTo>
                <a:cubicBezTo>
                  <a:pt x="94314" y="73532"/>
                  <a:pt x="100725" y="73281"/>
                  <a:pt x="107261" y="73281"/>
                </a:cubicBezTo>
                <a:cubicBezTo>
                  <a:pt x="113797" y="73281"/>
                  <a:pt x="120250" y="73532"/>
                  <a:pt x="126493" y="73993"/>
                </a:cubicBezTo>
                <a:cubicBezTo>
                  <a:pt x="130054" y="79273"/>
                  <a:pt x="133448" y="84678"/>
                  <a:pt x="136674" y="90208"/>
                </a:cubicBezTo>
                <a:cubicBezTo>
                  <a:pt x="139900" y="95739"/>
                  <a:pt x="142917" y="101395"/>
                  <a:pt x="145766" y="107135"/>
                </a:cubicBezTo>
                <a:cubicBezTo>
                  <a:pt x="142959" y="112917"/>
                  <a:pt x="139942" y="118616"/>
                  <a:pt x="136716" y="124230"/>
                </a:cubicBezTo>
                <a:cubicBezTo>
                  <a:pt x="133532" y="129803"/>
                  <a:pt x="130138" y="135208"/>
                  <a:pt x="126576" y="140571"/>
                </a:cubicBezTo>
                <a:cubicBezTo>
                  <a:pt x="120333" y="141031"/>
                  <a:pt x="113839" y="141241"/>
                  <a:pt x="107261" y="141241"/>
                </a:cubicBezTo>
                <a:cubicBezTo>
                  <a:pt x="100683" y="141241"/>
                  <a:pt x="94314" y="141031"/>
                  <a:pt x="88155" y="140654"/>
                </a:cubicBezTo>
                <a:cubicBezTo>
                  <a:pt x="84510" y="135333"/>
                  <a:pt x="81074" y="129886"/>
                  <a:pt x="77848" y="124314"/>
                </a:cubicBezTo>
                <a:cubicBezTo>
                  <a:pt x="74622" y="118741"/>
                  <a:pt x="71647" y="113085"/>
                  <a:pt x="68840" y="107303"/>
                </a:cubicBezTo>
                <a:close/>
                <a:moveTo>
                  <a:pt x="144509" y="128755"/>
                </a:moveTo>
                <a:cubicBezTo>
                  <a:pt x="146646" y="125068"/>
                  <a:pt x="148657" y="121339"/>
                  <a:pt x="150626" y="117568"/>
                </a:cubicBezTo>
                <a:cubicBezTo>
                  <a:pt x="153308" y="123643"/>
                  <a:pt x="155654" y="129803"/>
                  <a:pt x="157707" y="136129"/>
                </a:cubicBezTo>
                <a:cubicBezTo>
                  <a:pt x="151213" y="137596"/>
                  <a:pt x="144635" y="138727"/>
                  <a:pt x="138015" y="139481"/>
                </a:cubicBezTo>
                <a:cubicBezTo>
                  <a:pt x="140277" y="135962"/>
                  <a:pt x="142414" y="132358"/>
                  <a:pt x="144509" y="128755"/>
                </a:cubicBezTo>
                <a:close/>
                <a:moveTo>
                  <a:pt x="150542" y="96702"/>
                </a:moveTo>
                <a:cubicBezTo>
                  <a:pt x="148573" y="93015"/>
                  <a:pt x="146562" y="89328"/>
                  <a:pt x="144467" y="85725"/>
                </a:cubicBezTo>
                <a:cubicBezTo>
                  <a:pt x="142414" y="82164"/>
                  <a:pt x="140277" y="78644"/>
                  <a:pt x="138057" y="75166"/>
                </a:cubicBezTo>
                <a:cubicBezTo>
                  <a:pt x="144802" y="76004"/>
                  <a:pt x="151255" y="77136"/>
                  <a:pt x="157288" y="78518"/>
                </a:cubicBezTo>
                <a:cubicBezTo>
                  <a:pt x="155361" y="84719"/>
                  <a:pt x="153098" y="90753"/>
                  <a:pt x="150542" y="96702"/>
                </a:cubicBezTo>
                <a:close/>
                <a:moveTo>
                  <a:pt x="107345" y="49566"/>
                </a:moveTo>
                <a:cubicBezTo>
                  <a:pt x="111744" y="54343"/>
                  <a:pt x="115892" y="59371"/>
                  <a:pt x="119747" y="64566"/>
                </a:cubicBezTo>
                <a:cubicBezTo>
                  <a:pt x="111451" y="64189"/>
                  <a:pt x="103113" y="64189"/>
                  <a:pt x="94817" y="64566"/>
                </a:cubicBezTo>
                <a:cubicBezTo>
                  <a:pt x="98923" y="59161"/>
                  <a:pt x="103155" y="54133"/>
                  <a:pt x="107345" y="49566"/>
                </a:cubicBezTo>
                <a:close/>
                <a:moveTo>
                  <a:pt x="58742" y="23882"/>
                </a:moveTo>
                <a:cubicBezTo>
                  <a:pt x="65781" y="19776"/>
                  <a:pt x="81409" y="25642"/>
                  <a:pt x="97876" y="40223"/>
                </a:cubicBezTo>
                <a:cubicBezTo>
                  <a:pt x="98923" y="41145"/>
                  <a:pt x="99971" y="42150"/>
                  <a:pt x="101060" y="43156"/>
                </a:cubicBezTo>
                <a:cubicBezTo>
                  <a:pt x="94566" y="50153"/>
                  <a:pt x="88574" y="57611"/>
                  <a:pt x="83085" y="65404"/>
                </a:cubicBezTo>
                <a:cubicBezTo>
                  <a:pt x="73616" y="66242"/>
                  <a:pt x="64231" y="67709"/>
                  <a:pt x="54929" y="69762"/>
                </a:cubicBezTo>
                <a:cubicBezTo>
                  <a:pt x="54385" y="67625"/>
                  <a:pt x="53924" y="65446"/>
                  <a:pt x="53463" y="63267"/>
                </a:cubicBezTo>
                <a:cubicBezTo>
                  <a:pt x="49524" y="42988"/>
                  <a:pt x="52122" y="27695"/>
                  <a:pt x="58742" y="23882"/>
                </a:cubicBezTo>
                <a:close/>
                <a:moveTo>
                  <a:pt x="48477" y="134328"/>
                </a:moveTo>
                <a:cubicBezTo>
                  <a:pt x="46717" y="133825"/>
                  <a:pt x="44999" y="133280"/>
                  <a:pt x="43281" y="132694"/>
                </a:cubicBezTo>
                <a:cubicBezTo>
                  <a:pt x="34357" y="129886"/>
                  <a:pt x="24218" y="125445"/>
                  <a:pt x="16885" y="119621"/>
                </a:cubicBezTo>
                <a:cubicBezTo>
                  <a:pt x="12653" y="116688"/>
                  <a:pt x="9804" y="112163"/>
                  <a:pt x="9008" y="107093"/>
                </a:cubicBezTo>
                <a:cubicBezTo>
                  <a:pt x="9008" y="99426"/>
                  <a:pt x="22248" y="89622"/>
                  <a:pt x="41354" y="82960"/>
                </a:cubicBezTo>
                <a:cubicBezTo>
                  <a:pt x="43742" y="82122"/>
                  <a:pt x="46173" y="81368"/>
                  <a:pt x="48603" y="80655"/>
                </a:cubicBezTo>
                <a:cubicBezTo>
                  <a:pt x="51452" y="89747"/>
                  <a:pt x="54887" y="98672"/>
                  <a:pt x="58868" y="107303"/>
                </a:cubicBezTo>
                <a:cubicBezTo>
                  <a:pt x="54846" y="116060"/>
                  <a:pt x="51368" y="125110"/>
                  <a:pt x="48477" y="134328"/>
                </a:cubicBezTo>
                <a:close/>
                <a:moveTo>
                  <a:pt x="97331" y="175388"/>
                </a:moveTo>
                <a:cubicBezTo>
                  <a:pt x="90418" y="181715"/>
                  <a:pt x="82415" y="186743"/>
                  <a:pt x="73700" y="190179"/>
                </a:cubicBezTo>
                <a:cubicBezTo>
                  <a:pt x="69049" y="192399"/>
                  <a:pt x="63686" y="192609"/>
                  <a:pt x="58910" y="190723"/>
                </a:cubicBezTo>
                <a:cubicBezTo>
                  <a:pt x="52248" y="186869"/>
                  <a:pt x="49483" y="172078"/>
                  <a:pt x="53253" y="152177"/>
                </a:cubicBezTo>
                <a:cubicBezTo>
                  <a:pt x="53714" y="149830"/>
                  <a:pt x="54217" y="147484"/>
                  <a:pt x="54804" y="145179"/>
                </a:cubicBezTo>
                <a:cubicBezTo>
                  <a:pt x="64189" y="147191"/>
                  <a:pt x="73658" y="148573"/>
                  <a:pt x="83253" y="149286"/>
                </a:cubicBezTo>
                <a:cubicBezTo>
                  <a:pt x="88784" y="157121"/>
                  <a:pt x="94859" y="164620"/>
                  <a:pt x="101353" y="171659"/>
                </a:cubicBezTo>
                <a:cubicBezTo>
                  <a:pt x="100013" y="172958"/>
                  <a:pt x="98672" y="174215"/>
                  <a:pt x="97331" y="175388"/>
                </a:cubicBezTo>
                <a:close/>
                <a:moveTo>
                  <a:pt x="107596" y="165207"/>
                </a:moveTo>
                <a:cubicBezTo>
                  <a:pt x="103323" y="160598"/>
                  <a:pt x="99049" y="155487"/>
                  <a:pt x="94901" y="149998"/>
                </a:cubicBezTo>
                <a:cubicBezTo>
                  <a:pt x="98923" y="150165"/>
                  <a:pt x="103071" y="150249"/>
                  <a:pt x="107261" y="150249"/>
                </a:cubicBezTo>
                <a:cubicBezTo>
                  <a:pt x="111577" y="150249"/>
                  <a:pt x="115808" y="150165"/>
                  <a:pt x="119998" y="149956"/>
                </a:cubicBezTo>
                <a:cubicBezTo>
                  <a:pt x="116144" y="155277"/>
                  <a:pt x="111996" y="160347"/>
                  <a:pt x="107596" y="165207"/>
                </a:cubicBezTo>
                <a:close/>
                <a:moveTo>
                  <a:pt x="162358" y="177777"/>
                </a:moveTo>
                <a:cubicBezTo>
                  <a:pt x="161981" y="182888"/>
                  <a:pt x="159467" y="187665"/>
                  <a:pt x="155445" y="190891"/>
                </a:cubicBezTo>
                <a:cubicBezTo>
                  <a:pt x="148783" y="194746"/>
                  <a:pt x="134579" y="189718"/>
                  <a:pt x="119244" y="176562"/>
                </a:cubicBezTo>
                <a:cubicBezTo>
                  <a:pt x="117484" y="175053"/>
                  <a:pt x="115725" y="173419"/>
                  <a:pt x="113923" y="171743"/>
                </a:cubicBezTo>
                <a:cubicBezTo>
                  <a:pt x="120333" y="164662"/>
                  <a:pt x="126241" y="157163"/>
                  <a:pt x="131604" y="149286"/>
                </a:cubicBezTo>
                <a:cubicBezTo>
                  <a:pt x="141199" y="148489"/>
                  <a:pt x="150752" y="147023"/>
                  <a:pt x="160179" y="144886"/>
                </a:cubicBezTo>
                <a:cubicBezTo>
                  <a:pt x="160598" y="146604"/>
                  <a:pt x="160975" y="148322"/>
                  <a:pt x="161310" y="149998"/>
                </a:cubicBezTo>
                <a:cubicBezTo>
                  <a:pt x="163364" y="159048"/>
                  <a:pt x="163699" y="168475"/>
                  <a:pt x="162358" y="177777"/>
                </a:cubicBezTo>
                <a:close/>
                <a:moveTo>
                  <a:pt x="169984" y="132735"/>
                </a:moveTo>
                <a:cubicBezTo>
                  <a:pt x="168810" y="133113"/>
                  <a:pt x="167637" y="133490"/>
                  <a:pt x="166422" y="133825"/>
                </a:cubicBezTo>
                <a:cubicBezTo>
                  <a:pt x="163489" y="124691"/>
                  <a:pt x="159886" y="115766"/>
                  <a:pt x="155738" y="107093"/>
                </a:cubicBezTo>
                <a:cubicBezTo>
                  <a:pt x="159760" y="98546"/>
                  <a:pt x="163154" y="89747"/>
                  <a:pt x="166003" y="80739"/>
                </a:cubicBezTo>
                <a:cubicBezTo>
                  <a:pt x="168182" y="81368"/>
                  <a:pt x="170277" y="82038"/>
                  <a:pt x="172288" y="82708"/>
                </a:cubicBezTo>
                <a:cubicBezTo>
                  <a:pt x="191813" y="89412"/>
                  <a:pt x="205514" y="99384"/>
                  <a:pt x="205514" y="107010"/>
                </a:cubicBezTo>
                <a:cubicBezTo>
                  <a:pt x="205514" y="115222"/>
                  <a:pt x="190891" y="125822"/>
                  <a:pt x="169984" y="132735"/>
                </a:cubicBezTo>
                <a:close/>
                <a:moveTo>
                  <a:pt x="107261" y="126451"/>
                </a:moveTo>
                <a:cubicBezTo>
                  <a:pt x="117852" y="126451"/>
                  <a:pt x="126451" y="117852"/>
                  <a:pt x="126451" y="107261"/>
                </a:cubicBezTo>
                <a:cubicBezTo>
                  <a:pt x="126451" y="96670"/>
                  <a:pt x="117852" y="88071"/>
                  <a:pt x="107261" y="88071"/>
                </a:cubicBezTo>
                <a:cubicBezTo>
                  <a:pt x="96670" y="88071"/>
                  <a:pt x="88071" y="96670"/>
                  <a:pt x="88071" y="107261"/>
                </a:cubicBezTo>
                <a:cubicBezTo>
                  <a:pt x="88071" y="117852"/>
                  <a:pt x="96670" y="126451"/>
                  <a:pt x="107261" y="12645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74850" y="4433232"/>
            <a:ext cx="3709443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8258" y="4719261"/>
            <a:ext cx="3682628" cy="14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5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 library for UI components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628089" y="3682405"/>
            <a:ext cx="3915026" cy="1322886"/>
          </a:xfrm>
          <a:custGeom>
            <a:avLst/>
            <a:gdLst/>
            <a:ahLst/>
            <a:cxnLst/>
            <a:rect l="l" t="t" r="r" b="b"/>
            <a:pathLst>
              <a:path w="3915026" h="1322886">
                <a:moveTo>
                  <a:pt x="107260" y="0"/>
                </a:moveTo>
                <a:lnTo>
                  <a:pt x="3807767" y="0"/>
                </a:lnTo>
                <a:cubicBezTo>
                  <a:pt x="3867005" y="0"/>
                  <a:pt x="3915026" y="48022"/>
                  <a:pt x="3915026" y="107260"/>
                </a:cubicBezTo>
                <a:lnTo>
                  <a:pt x="3915026" y="1215626"/>
                </a:lnTo>
                <a:cubicBezTo>
                  <a:pt x="3915026" y="1274864"/>
                  <a:pt x="3867005" y="1322886"/>
                  <a:pt x="3807767" y="1322886"/>
                </a:cubicBezTo>
                <a:lnTo>
                  <a:pt x="107260" y="1322886"/>
                </a:lnTo>
                <a:cubicBezTo>
                  <a:pt x="48022" y="1322886"/>
                  <a:pt x="0" y="1274864"/>
                  <a:pt x="0" y="1215626"/>
                </a:cubicBezTo>
                <a:lnTo>
                  <a:pt x="0" y="107260"/>
                </a:lnTo>
                <a:cubicBezTo>
                  <a:pt x="0" y="48061"/>
                  <a:pt x="48061" y="0"/>
                  <a:pt x="10726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334321" y="3825420"/>
            <a:ext cx="500551" cy="500551"/>
          </a:xfrm>
          <a:custGeom>
            <a:avLst/>
            <a:gdLst/>
            <a:ahLst/>
            <a:cxnLst/>
            <a:rect l="l" t="t" r="r" b="b"/>
            <a:pathLst>
              <a:path w="500551" h="500551">
                <a:moveTo>
                  <a:pt x="107263" y="0"/>
                </a:moveTo>
                <a:lnTo>
                  <a:pt x="393288" y="0"/>
                </a:lnTo>
                <a:cubicBezTo>
                  <a:pt x="452528" y="0"/>
                  <a:pt x="500551" y="48023"/>
                  <a:pt x="500551" y="107263"/>
                </a:cubicBezTo>
                <a:lnTo>
                  <a:pt x="500551" y="393288"/>
                </a:lnTo>
                <a:cubicBezTo>
                  <a:pt x="500551" y="452528"/>
                  <a:pt x="452528" y="500551"/>
                  <a:pt x="393288" y="500551"/>
                </a:cubicBezTo>
                <a:lnTo>
                  <a:pt x="107263" y="500551"/>
                </a:lnTo>
                <a:cubicBezTo>
                  <a:pt x="48023" y="500551"/>
                  <a:pt x="0" y="452528"/>
                  <a:pt x="0" y="393288"/>
                </a:cubicBezTo>
                <a:lnTo>
                  <a:pt x="0" y="107263"/>
                </a:lnTo>
                <a:cubicBezTo>
                  <a:pt x="0" y="48063"/>
                  <a:pt x="48063" y="0"/>
                  <a:pt x="107263" y="0"/>
                </a:cubicBezTo>
                <a:close/>
              </a:path>
            </a:pathLst>
          </a:custGeom>
          <a:solidFill>
            <a:srgbClr val="339933"/>
          </a:solidFill>
          <a:ln/>
        </p:spPr>
      </p:sp>
      <p:sp>
        <p:nvSpPr>
          <p:cNvPr id="24" name="Shape 22"/>
          <p:cNvSpPr/>
          <p:nvPr/>
        </p:nvSpPr>
        <p:spPr>
          <a:xfrm>
            <a:off x="6450520" y="3968434"/>
            <a:ext cx="268152" cy="214522"/>
          </a:xfrm>
          <a:custGeom>
            <a:avLst/>
            <a:gdLst/>
            <a:ahLst/>
            <a:cxnLst/>
            <a:rect l="l" t="t" r="r" b="b"/>
            <a:pathLst>
              <a:path w="268152" h="214522">
                <a:moveTo>
                  <a:pt x="132526" y="189383"/>
                </a:moveTo>
                <a:cubicBezTo>
                  <a:pt x="131646" y="189383"/>
                  <a:pt x="130766" y="189131"/>
                  <a:pt x="129970" y="188712"/>
                </a:cubicBezTo>
                <a:lnTo>
                  <a:pt x="121926" y="183936"/>
                </a:lnTo>
                <a:cubicBezTo>
                  <a:pt x="120711" y="183265"/>
                  <a:pt x="121297" y="183014"/>
                  <a:pt x="121716" y="182888"/>
                </a:cubicBezTo>
                <a:cubicBezTo>
                  <a:pt x="123308" y="182344"/>
                  <a:pt x="123643" y="182218"/>
                  <a:pt x="125361" y="181212"/>
                </a:cubicBezTo>
                <a:cubicBezTo>
                  <a:pt x="125529" y="181129"/>
                  <a:pt x="125780" y="181171"/>
                  <a:pt x="125948" y="181254"/>
                </a:cubicBezTo>
                <a:lnTo>
                  <a:pt x="132149" y="184941"/>
                </a:lnTo>
                <a:cubicBezTo>
                  <a:pt x="132358" y="185067"/>
                  <a:pt x="132694" y="185067"/>
                  <a:pt x="132903" y="184941"/>
                </a:cubicBezTo>
                <a:lnTo>
                  <a:pt x="157121" y="170947"/>
                </a:lnTo>
                <a:cubicBezTo>
                  <a:pt x="157330" y="170822"/>
                  <a:pt x="157498" y="170570"/>
                  <a:pt x="157498" y="170277"/>
                </a:cubicBezTo>
                <a:lnTo>
                  <a:pt x="157498" y="142330"/>
                </a:lnTo>
                <a:cubicBezTo>
                  <a:pt x="157498" y="142037"/>
                  <a:pt x="157372" y="141786"/>
                  <a:pt x="157121" y="141660"/>
                </a:cubicBezTo>
                <a:lnTo>
                  <a:pt x="132903" y="127708"/>
                </a:lnTo>
                <a:cubicBezTo>
                  <a:pt x="132694" y="127582"/>
                  <a:pt x="132400" y="127582"/>
                  <a:pt x="132149" y="127708"/>
                </a:cubicBezTo>
                <a:lnTo>
                  <a:pt x="107931" y="141660"/>
                </a:lnTo>
                <a:cubicBezTo>
                  <a:pt x="107680" y="141786"/>
                  <a:pt x="107554" y="142079"/>
                  <a:pt x="107554" y="142330"/>
                </a:cubicBezTo>
                <a:lnTo>
                  <a:pt x="107554" y="170277"/>
                </a:lnTo>
                <a:cubicBezTo>
                  <a:pt x="107554" y="170528"/>
                  <a:pt x="107722" y="170780"/>
                  <a:pt x="107931" y="170905"/>
                </a:cubicBezTo>
                <a:lnTo>
                  <a:pt x="114551" y="174718"/>
                </a:lnTo>
                <a:cubicBezTo>
                  <a:pt x="118155" y="176520"/>
                  <a:pt x="120375" y="174383"/>
                  <a:pt x="120375" y="172288"/>
                </a:cubicBezTo>
                <a:lnTo>
                  <a:pt x="120375" y="144677"/>
                </a:lnTo>
                <a:cubicBezTo>
                  <a:pt x="120375" y="144300"/>
                  <a:pt x="120669" y="143964"/>
                  <a:pt x="121088" y="143964"/>
                </a:cubicBezTo>
                <a:lnTo>
                  <a:pt x="124146" y="143964"/>
                </a:lnTo>
                <a:cubicBezTo>
                  <a:pt x="124523" y="143964"/>
                  <a:pt x="124859" y="144258"/>
                  <a:pt x="124859" y="144677"/>
                </a:cubicBezTo>
                <a:lnTo>
                  <a:pt x="124859" y="172288"/>
                </a:lnTo>
                <a:cubicBezTo>
                  <a:pt x="124859" y="177106"/>
                  <a:pt x="122261" y="179830"/>
                  <a:pt x="117694" y="179830"/>
                </a:cubicBezTo>
                <a:cubicBezTo>
                  <a:pt x="116311" y="179830"/>
                  <a:pt x="115180" y="179830"/>
                  <a:pt x="112121" y="178321"/>
                </a:cubicBezTo>
                <a:lnTo>
                  <a:pt x="105753" y="174676"/>
                </a:lnTo>
                <a:cubicBezTo>
                  <a:pt x="104202" y="173754"/>
                  <a:pt x="103197" y="172078"/>
                  <a:pt x="103197" y="170277"/>
                </a:cubicBezTo>
                <a:lnTo>
                  <a:pt x="103197" y="142330"/>
                </a:lnTo>
                <a:cubicBezTo>
                  <a:pt x="103197" y="140529"/>
                  <a:pt x="104160" y="138811"/>
                  <a:pt x="105753" y="137931"/>
                </a:cubicBezTo>
                <a:lnTo>
                  <a:pt x="129970" y="123937"/>
                </a:lnTo>
                <a:cubicBezTo>
                  <a:pt x="131520" y="123057"/>
                  <a:pt x="133532" y="123057"/>
                  <a:pt x="135040" y="123937"/>
                </a:cubicBezTo>
                <a:lnTo>
                  <a:pt x="159257" y="137931"/>
                </a:lnTo>
                <a:cubicBezTo>
                  <a:pt x="160808" y="138853"/>
                  <a:pt x="161813" y="140529"/>
                  <a:pt x="161813" y="142330"/>
                </a:cubicBezTo>
                <a:lnTo>
                  <a:pt x="161813" y="170277"/>
                </a:lnTo>
                <a:cubicBezTo>
                  <a:pt x="161813" y="172078"/>
                  <a:pt x="160850" y="173796"/>
                  <a:pt x="159257" y="174676"/>
                </a:cubicBezTo>
                <a:lnTo>
                  <a:pt x="135040" y="188670"/>
                </a:lnTo>
                <a:cubicBezTo>
                  <a:pt x="134328" y="189131"/>
                  <a:pt x="133448" y="189383"/>
                  <a:pt x="132526" y="189383"/>
                </a:cubicBezTo>
                <a:close/>
                <a:moveTo>
                  <a:pt x="152093" y="161813"/>
                </a:moveTo>
                <a:cubicBezTo>
                  <a:pt x="152093" y="156576"/>
                  <a:pt x="148573" y="155193"/>
                  <a:pt x="141115" y="154188"/>
                </a:cubicBezTo>
                <a:cubicBezTo>
                  <a:pt x="133573" y="153182"/>
                  <a:pt x="132819" y="152679"/>
                  <a:pt x="132819" y="150920"/>
                </a:cubicBezTo>
                <a:cubicBezTo>
                  <a:pt x="132819" y="149453"/>
                  <a:pt x="133448" y="147526"/>
                  <a:pt x="139020" y="147526"/>
                </a:cubicBezTo>
                <a:cubicBezTo>
                  <a:pt x="144006" y="147526"/>
                  <a:pt x="145850" y="148615"/>
                  <a:pt x="146604" y="151967"/>
                </a:cubicBezTo>
                <a:cubicBezTo>
                  <a:pt x="146688" y="152302"/>
                  <a:pt x="146939" y="152512"/>
                  <a:pt x="147274" y="152512"/>
                </a:cubicBezTo>
                <a:lnTo>
                  <a:pt x="150417" y="152512"/>
                </a:lnTo>
                <a:cubicBezTo>
                  <a:pt x="150626" y="152512"/>
                  <a:pt x="150794" y="152428"/>
                  <a:pt x="150920" y="152302"/>
                </a:cubicBezTo>
                <a:cubicBezTo>
                  <a:pt x="151045" y="152135"/>
                  <a:pt x="151129" y="151967"/>
                  <a:pt x="151087" y="151758"/>
                </a:cubicBezTo>
                <a:cubicBezTo>
                  <a:pt x="150584" y="145976"/>
                  <a:pt x="146772" y="143294"/>
                  <a:pt x="139020" y="143294"/>
                </a:cubicBezTo>
                <a:cubicBezTo>
                  <a:pt x="132107" y="143294"/>
                  <a:pt x="128001" y="146227"/>
                  <a:pt x="128001" y="151087"/>
                </a:cubicBezTo>
                <a:cubicBezTo>
                  <a:pt x="128001" y="156408"/>
                  <a:pt x="132107" y="157833"/>
                  <a:pt x="138727" y="158503"/>
                </a:cubicBezTo>
                <a:cubicBezTo>
                  <a:pt x="146646" y="159299"/>
                  <a:pt x="147274" y="160431"/>
                  <a:pt x="147274" y="161981"/>
                </a:cubicBezTo>
                <a:cubicBezTo>
                  <a:pt x="147274" y="164704"/>
                  <a:pt x="145096" y="165836"/>
                  <a:pt x="139984" y="165836"/>
                </a:cubicBezTo>
                <a:cubicBezTo>
                  <a:pt x="133573" y="165836"/>
                  <a:pt x="132149" y="164243"/>
                  <a:pt x="131688" y="161059"/>
                </a:cubicBezTo>
                <a:cubicBezTo>
                  <a:pt x="131646" y="160724"/>
                  <a:pt x="131353" y="160473"/>
                  <a:pt x="130976" y="160473"/>
                </a:cubicBezTo>
                <a:lnTo>
                  <a:pt x="127833" y="160473"/>
                </a:lnTo>
                <a:cubicBezTo>
                  <a:pt x="127456" y="160473"/>
                  <a:pt x="127121" y="160766"/>
                  <a:pt x="127121" y="161185"/>
                </a:cubicBezTo>
                <a:cubicBezTo>
                  <a:pt x="127121" y="165249"/>
                  <a:pt x="129342" y="170109"/>
                  <a:pt x="139942" y="170109"/>
                </a:cubicBezTo>
                <a:cubicBezTo>
                  <a:pt x="147693" y="170109"/>
                  <a:pt x="152093" y="167093"/>
                  <a:pt x="152093" y="161813"/>
                </a:cubicBezTo>
                <a:close/>
                <a:moveTo>
                  <a:pt x="174928" y="140822"/>
                </a:moveTo>
                <a:cubicBezTo>
                  <a:pt x="174928" y="143378"/>
                  <a:pt x="172833" y="145473"/>
                  <a:pt x="170277" y="145473"/>
                </a:cubicBezTo>
                <a:cubicBezTo>
                  <a:pt x="167721" y="145473"/>
                  <a:pt x="165626" y="143378"/>
                  <a:pt x="165626" y="140822"/>
                </a:cubicBezTo>
                <a:cubicBezTo>
                  <a:pt x="165626" y="138182"/>
                  <a:pt x="167805" y="136171"/>
                  <a:pt x="170277" y="136171"/>
                </a:cubicBezTo>
                <a:cubicBezTo>
                  <a:pt x="172791" y="136129"/>
                  <a:pt x="174928" y="138182"/>
                  <a:pt x="174928" y="140822"/>
                </a:cubicBezTo>
                <a:close/>
                <a:moveTo>
                  <a:pt x="174173" y="140822"/>
                </a:moveTo>
                <a:cubicBezTo>
                  <a:pt x="174173" y="138643"/>
                  <a:pt x="172414" y="136925"/>
                  <a:pt x="170235" y="136925"/>
                </a:cubicBezTo>
                <a:cubicBezTo>
                  <a:pt x="168098" y="136925"/>
                  <a:pt x="166338" y="138643"/>
                  <a:pt x="166338" y="140822"/>
                </a:cubicBezTo>
                <a:cubicBezTo>
                  <a:pt x="166338" y="143001"/>
                  <a:pt x="168098" y="144760"/>
                  <a:pt x="170235" y="144760"/>
                </a:cubicBezTo>
                <a:cubicBezTo>
                  <a:pt x="172414" y="144719"/>
                  <a:pt x="174173" y="142959"/>
                  <a:pt x="174173" y="140822"/>
                </a:cubicBezTo>
                <a:close/>
                <a:moveTo>
                  <a:pt x="172288" y="143420"/>
                </a:moveTo>
                <a:lnTo>
                  <a:pt x="171199" y="143420"/>
                </a:lnTo>
                <a:cubicBezTo>
                  <a:pt x="171157" y="143168"/>
                  <a:pt x="170989" y="141828"/>
                  <a:pt x="170989" y="141786"/>
                </a:cubicBezTo>
                <a:cubicBezTo>
                  <a:pt x="170905" y="141492"/>
                  <a:pt x="170822" y="141325"/>
                  <a:pt x="170444" y="141325"/>
                </a:cubicBezTo>
                <a:lnTo>
                  <a:pt x="169523" y="141325"/>
                </a:lnTo>
                <a:lnTo>
                  <a:pt x="169523" y="143420"/>
                </a:lnTo>
                <a:lnTo>
                  <a:pt x="168517" y="143420"/>
                </a:lnTo>
                <a:lnTo>
                  <a:pt x="168517" y="138182"/>
                </a:lnTo>
                <a:lnTo>
                  <a:pt x="170319" y="138182"/>
                </a:lnTo>
                <a:cubicBezTo>
                  <a:pt x="170947" y="138182"/>
                  <a:pt x="172162" y="138182"/>
                  <a:pt x="172162" y="139565"/>
                </a:cubicBezTo>
                <a:cubicBezTo>
                  <a:pt x="172162" y="140529"/>
                  <a:pt x="171534" y="140738"/>
                  <a:pt x="171157" y="140864"/>
                </a:cubicBezTo>
                <a:cubicBezTo>
                  <a:pt x="171869" y="140906"/>
                  <a:pt x="171911" y="141367"/>
                  <a:pt x="172037" y="142037"/>
                </a:cubicBezTo>
                <a:cubicBezTo>
                  <a:pt x="172078" y="142456"/>
                  <a:pt x="172162" y="143168"/>
                  <a:pt x="172288" y="143420"/>
                </a:cubicBezTo>
                <a:close/>
                <a:moveTo>
                  <a:pt x="171115" y="139733"/>
                </a:moveTo>
                <a:cubicBezTo>
                  <a:pt x="171115" y="139020"/>
                  <a:pt x="170612" y="139020"/>
                  <a:pt x="170361" y="139020"/>
                </a:cubicBezTo>
                <a:lnTo>
                  <a:pt x="169523" y="139020"/>
                </a:lnTo>
                <a:lnTo>
                  <a:pt x="169523" y="140487"/>
                </a:lnTo>
                <a:lnTo>
                  <a:pt x="170319" y="140487"/>
                </a:lnTo>
                <a:cubicBezTo>
                  <a:pt x="170989" y="140487"/>
                  <a:pt x="171115" y="140026"/>
                  <a:pt x="171115" y="139733"/>
                </a:cubicBezTo>
                <a:close/>
                <a:moveTo>
                  <a:pt x="57527" y="80027"/>
                </a:moveTo>
                <a:cubicBezTo>
                  <a:pt x="57527" y="78895"/>
                  <a:pt x="56941" y="77890"/>
                  <a:pt x="55977" y="77345"/>
                </a:cubicBezTo>
                <a:lnTo>
                  <a:pt x="30293" y="62555"/>
                </a:lnTo>
                <a:cubicBezTo>
                  <a:pt x="29874" y="62304"/>
                  <a:pt x="29371" y="62178"/>
                  <a:pt x="28868" y="62136"/>
                </a:cubicBezTo>
                <a:lnTo>
                  <a:pt x="28617" y="62136"/>
                </a:lnTo>
                <a:cubicBezTo>
                  <a:pt x="28114" y="62136"/>
                  <a:pt x="27653" y="62304"/>
                  <a:pt x="27192" y="62555"/>
                </a:cubicBezTo>
                <a:lnTo>
                  <a:pt x="1550" y="77345"/>
                </a:lnTo>
                <a:cubicBezTo>
                  <a:pt x="587" y="77890"/>
                  <a:pt x="0" y="78937"/>
                  <a:pt x="0" y="80027"/>
                </a:cubicBezTo>
                <a:lnTo>
                  <a:pt x="42" y="119831"/>
                </a:lnTo>
                <a:cubicBezTo>
                  <a:pt x="42" y="120375"/>
                  <a:pt x="335" y="120878"/>
                  <a:pt x="796" y="121171"/>
                </a:cubicBezTo>
                <a:cubicBezTo>
                  <a:pt x="1257" y="121465"/>
                  <a:pt x="1844" y="121465"/>
                  <a:pt x="2346" y="121171"/>
                </a:cubicBezTo>
                <a:lnTo>
                  <a:pt x="17598" y="112415"/>
                </a:lnTo>
                <a:cubicBezTo>
                  <a:pt x="18561" y="111828"/>
                  <a:pt x="19148" y="110822"/>
                  <a:pt x="19148" y="109733"/>
                </a:cubicBezTo>
                <a:lnTo>
                  <a:pt x="19148" y="91130"/>
                </a:lnTo>
                <a:cubicBezTo>
                  <a:pt x="19148" y="90041"/>
                  <a:pt x="19734" y="88993"/>
                  <a:pt x="20698" y="88448"/>
                </a:cubicBezTo>
                <a:lnTo>
                  <a:pt x="27192" y="84719"/>
                </a:lnTo>
                <a:cubicBezTo>
                  <a:pt x="27695" y="84426"/>
                  <a:pt x="28198" y="84300"/>
                  <a:pt x="28743" y="84300"/>
                </a:cubicBezTo>
                <a:cubicBezTo>
                  <a:pt x="29287" y="84300"/>
                  <a:pt x="29832" y="84426"/>
                  <a:pt x="30293" y="84719"/>
                </a:cubicBezTo>
                <a:lnTo>
                  <a:pt x="36787" y="88448"/>
                </a:lnTo>
                <a:cubicBezTo>
                  <a:pt x="37751" y="88993"/>
                  <a:pt x="38337" y="90041"/>
                  <a:pt x="38337" y="91130"/>
                </a:cubicBezTo>
                <a:lnTo>
                  <a:pt x="38337" y="109733"/>
                </a:lnTo>
                <a:cubicBezTo>
                  <a:pt x="38337" y="110822"/>
                  <a:pt x="38924" y="111870"/>
                  <a:pt x="39888" y="112415"/>
                </a:cubicBezTo>
                <a:lnTo>
                  <a:pt x="55139" y="121171"/>
                </a:lnTo>
                <a:cubicBezTo>
                  <a:pt x="55600" y="121465"/>
                  <a:pt x="56228" y="121465"/>
                  <a:pt x="56689" y="121171"/>
                </a:cubicBezTo>
                <a:cubicBezTo>
                  <a:pt x="57150" y="120920"/>
                  <a:pt x="57443" y="120375"/>
                  <a:pt x="57443" y="119831"/>
                </a:cubicBezTo>
                <a:lnTo>
                  <a:pt x="57527" y="80027"/>
                </a:lnTo>
                <a:close/>
                <a:moveTo>
                  <a:pt x="197972" y="36578"/>
                </a:moveTo>
                <a:lnTo>
                  <a:pt x="197972" y="110487"/>
                </a:lnTo>
                <a:cubicBezTo>
                  <a:pt x="197972" y="111577"/>
                  <a:pt x="197385" y="112624"/>
                  <a:pt x="196422" y="113169"/>
                </a:cubicBezTo>
                <a:lnTo>
                  <a:pt x="170738" y="128001"/>
                </a:lnTo>
                <a:cubicBezTo>
                  <a:pt x="169774" y="128546"/>
                  <a:pt x="168601" y="128546"/>
                  <a:pt x="167637" y="128001"/>
                </a:cubicBezTo>
                <a:lnTo>
                  <a:pt x="141953" y="113169"/>
                </a:lnTo>
                <a:cubicBezTo>
                  <a:pt x="140990" y="112624"/>
                  <a:pt x="140403" y="111577"/>
                  <a:pt x="140403" y="110487"/>
                </a:cubicBezTo>
                <a:lnTo>
                  <a:pt x="140403" y="80823"/>
                </a:lnTo>
                <a:cubicBezTo>
                  <a:pt x="140403" y="79733"/>
                  <a:pt x="140990" y="78686"/>
                  <a:pt x="141953" y="78141"/>
                </a:cubicBezTo>
                <a:lnTo>
                  <a:pt x="167637" y="63309"/>
                </a:lnTo>
                <a:cubicBezTo>
                  <a:pt x="168601" y="62764"/>
                  <a:pt x="169774" y="62764"/>
                  <a:pt x="170738" y="63309"/>
                </a:cubicBezTo>
                <a:lnTo>
                  <a:pt x="177148" y="66996"/>
                </a:lnTo>
                <a:cubicBezTo>
                  <a:pt x="177861" y="67415"/>
                  <a:pt x="178782" y="66871"/>
                  <a:pt x="178782" y="66074"/>
                </a:cubicBezTo>
                <a:lnTo>
                  <a:pt x="178782" y="26690"/>
                </a:lnTo>
                <a:cubicBezTo>
                  <a:pt x="178782" y="25516"/>
                  <a:pt x="180039" y="24762"/>
                  <a:pt x="181087" y="25349"/>
                </a:cubicBezTo>
                <a:lnTo>
                  <a:pt x="196380" y="33896"/>
                </a:lnTo>
                <a:cubicBezTo>
                  <a:pt x="197343" y="34399"/>
                  <a:pt x="197972" y="35446"/>
                  <a:pt x="197972" y="36578"/>
                </a:cubicBezTo>
                <a:close/>
                <a:moveTo>
                  <a:pt x="178698" y="90585"/>
                </a:moveTo>
                <a:cubicBezTo>
                  <a:pt x="178698" y="90292"/>
                  <a:pt x="178531" y="90041"/>
                  <a:pt x="178321" y="89915"/>
                </a:cubicBezTo>
                <a:lnTo>
                  <a:pt x="169523" y="84803"/>
                </a:lnTo>
                <a:cubicBezTo>
                  <a:pt x="169271" y="84678"/>
                  <a:pt x="168978" y="84678"/>
                  <a:pt x="168727" y="84803"/>
                </a:cubicBezTo>
                <a:lnTo>
                  <a:pt x="159928" y="89915"/>
                </a:lnTo>
                <a:cubicBezTo>
                  <a:pt x="159676" y="90041"/>
                  <a:pt x="159551" y="90292"/>
                  <a:pt x="159551" y="90585"/>
                </a:cubicBezTo>
                <a:lnTo>
                  <a:pt x="159551" y="100767"/>
                </a:lnTo>
                <a:cubicBezTo>
                  <a:pt x="159551" y="101060"/>
                  <a:pt x="159718" y="101311"/>
                  <a:pt x="159928" y="101437"/>
                </a:cubicBezTo>
                <a:lnTo>
                  <a:pt x="168727" y="106507"/>
                </a:lnTo>
                <a:cubicBezTo>
                  <a:pt x="168978" y="106633"/>
                  <a:pt x="169271" y="106633"/>
                  <a:pt x="169481" y="106507"/>
                </a:cubicBezTo>
                <a:lnTo>
                  <a:pt x="178280" y="101437"/>
                </a:lnTo>
                <a:cubicBezTo>
                  <a:pt x="178531" y="101311"/>
                  <a:pt x="178657" y="101060"/>
                  <a:pt x="178657" y="100767"/>
                </a:cubicBezTo>
                <a:lnTo>
                  <a:pt x="178657" y="90585"/>
                </a:lnTo>
                <a:lnTo>
                  <a:pt x="178698" y="90585"/>
                </a:lnTo>
                <a:close/>
                <a:moveTo>
                  <a:pt x="266602" y="90292"/>
                </a:moveTo>
                <a:cubicBezTo>
                  <a:pt x="267566" y="89747"/>
                  <a:pt x="268152" y="88700"/>
                  <a:pt x="268152" y="87610"/>
                </a:cubicBezTo>
                <a:lnTo>
                  <a:pt x="268152" y="80446"/>
                </a:lnTo>
                <a:cubicBezTo>
                  <a:pt x="268152" y="79356"/>
                  <a:pt x="267566" y="78309"/>
                  <a:pt x="266602" y="77764"/>
                </a:cubicBezTo>
                <a:lnTo>
                  <a:pt x="241086" y="62932"/>
                </a:lnTo>
                <a:cubicBezTo>
                  <a:pt x="240122" y="62387"/>
                  <a:pt x="238949" y="62387"/>
                  <a:pt x="237985" y="62932"/>
                </a:cubicBezTo>
                <a:lnTo>
                  <a:pt x="212301" y="77764"/>
                </a:lnTo>
                <a:cubicBezTo>
                  <a:pt x="211338" y="78309"/>
                  <a:pt x="210751" y="79356"/>
                  <a:pt x="210751" y="80446"/>
                </a:cubicBezTo>
                <a:lnTo>
                  <a:pt x="210751" y="110110"/>
                </a:lnTo>
                <a:cubicBezTo>
                  <a:pt x="210751" y="111241"/>
                  <a:pt x="211338" y="112247"/>
                  <a:pt x="212301" y="112792"/>
                </a:cubicBezTo>
                <a:lnTo>
                  <a:pt x="237818" y="127331"/>
                </a:lnTo>
                <a:cubicBezTo>
                  <a:pt x="238740" y="127875"/>
                  <a:pt x="239913" y="127875"/>
                  <a:pt x="240876" y="127331"/>
                </a:cubicBezTo>
                <a:lnTo>
                  <a:pt x="256295" y="118741"/>
                </a:lnTo>
                <a:cubicBezTo>
                  <a:pt x="257343" y="118155"/>
                  <a:pt x="257343" y="116646"/>
                  <a:pt x="256295" y="116060"/>
                </a:cubicBezTo>
                <a:lnTo>
                  <a:pt x="230444" y="101228"/>
                </a:lnTo>
                <a:cubicBezTo>
                  <a:pt x="229941" y="100934"/>
                  <a:pt x="229647" y="100431"/>
                  <a:pt x="229647" y="99887"/>
                </a:cubicBezTo>
                <a:lnTo>
                  <a:pt x="229647" y="90585"/>
                </a:lnTo>
                <a:cubicBezTo>
                  <a:pt x="229647" y="90041"/>
                  <a:pt x="229941" y="89538"/>
                  <a:pt x="230444" y="89245"/>
                </a:cubicBezTo>
                <a:lnTo>
                  <a:pt x="238488" y="84594"/>
                </a:lnTo>
                <a:cubicBezTo>
                  <a:pt x="238949" y="84300"/>
                  <a:pt x="239577" y="84300"/>
                  <a:pt x="240038" y="84594"/>
                </a:cubicBezTo>
                <a:lnTo>
                  <a:pt x="248083" y="89245"/>
                </a:lnTo>
                <a:cubicBezTo>
                  <a:pt x="248544" y="89538"/>
                  <a:pt x="248879" y="90041"/>
                  <a:pt x="248879" y="90585"/>
                </a:cubicBezTo>
                <a:lnTo>
                  <a:pt x="248879" y="97876"/>
                </a:lnTo>
                <a:cubicBezTo>
                  <a:pt x="248879" y="99049"/>
                  <a:pt x="250178" y="99803"/>
                  <a:pt x="251225" y="99216"/>
                </a:cubicBezTo>
                <a:lnTo>
                  <a:pt x="266602" y="90292"/>
                </a:lnTo>
                <a:close/>
                <a:moveTo>
                  <a:pt x="234214" y="91758"/>
                </a:moveTo>
                <a:cubicBezTo>
                  <a:pt x="234047" y="91884"/>
                  <a:pt x="233921" y="92052"/>
                  <a:pt x="233921" y="92261"/>
                </a:cubicBezTo>
                <a:lnTo>
                  <a:pt x="233921" y="97959"/>
                </a:lnTo>
                <a:cubicBezTo>
                  <a:pt x="233921" y="98169"/>
                  <a:pt x="234047" y="98378"/>
                  <a:pt x="234214" y="98462"/>
                </a:cubicBezTo>
                <a:lnTo>
                  <a:pt x="239159" y="101311"/>
                </a:lnTo>
                <a:cubicBezTo>
                  <a:pt x="239326" y="101437"/>
                  <a:pt x="239577" y="101437"/>
                  <a:pt x="239745" y="101311"/>
                </a:cubicBezTo>
                <a:lnTo>
                  <a:pt x="244689" y="98462"/>
                </a:lnTo>
                <a:cubicBezTo>
                  <a:pt x="244857" y="98337"/>
                  <a:pt x="244982" y="98169"/>
                  <a:pt x="244982" y="97959"/>
                </a:cubicBezTo>
                <a:lnTo>
                  <a:pt x="244982" y="92261"/>
                </a:lnTo>
                <a:cubicBezTo>
                  <a:pt x="244982" y="92052"/>
                  <a:pt x="244857" y="91842"/>
                  <a:pt x="244689" y="91758"/>
                </a:cubicBezTo>
                <a:lnTo>
                  <a:pt x="239745" y="88909"/>
                </a:lnTo>
                <a:cubicBezTo>
                  <a:pt x="239577" y="88784"/>
                  <a:pt x="239326" y="88784"/>
                  <a:pt x="239159" y="88909"/>
                </a:cubicBezTo>
                <a:lnTo>
                  <a:pt x="234214" y="91758"/>
                </a:lnTo>
                <a:close/>
                <a:moveTo>
                  <a:pt x="127708" y="109984"/>
                </a:moveTo>
                <a:lnTo>
                  <a:pt x="127708" y="80488"/>
                </a:lnTo>
                <a:cubicBezTo>
                  <a:pt x="127708" y="79398"/>
                  <a:pt x="127037" y="78351"/>
                  <a:pt x="126074" y="77806"/>
                </a:cubicBezTo>
                <a:lnTo>
                  <a:pt x="100473" y="63058"/>
                </a:lnTo>
                <a:cubicBezTo>
                  <a:pt x="99594" y="62555"/>
                  <a:pt x="98378" y="62471"/>
                  <a:pt x="97373" y="63058"/>
                </a:cubicBezTo>
                <a:lnTo>
                  <a:pt x="71773" y="77806"/>
                </a:lnTo>
                <a:cubicBezTo>
                  <a:pt x="70809" y="78351"/>
                  <a:pt x="70139" y="79356"/>
                  <a:pt x="70139" y="80488"/>
                </a:cubicBezTo>
                <a:lnTo>
                  <a:pt x="70139" y="109984"/>
                </a:lnTo>
                <a:cubicBezTo>
                  <a:pt x="70139" y="111158"/>
                  <a:pt x="70935" y="112163"/>
                  <a:pt x="71815" y="112666"/>
                </a:cubicBezTo>
                <a:lnTo>
                  <a:pt x="97457" y="127414"/>
                </a:lnTo>
                <a:cubicBezTo>
                  <a:pt x="98462" y="128001"/>
                  <a:pt x="99635" y="127959"/>
                  <a:pt x="100557" y="127414"/>
                </a:cubicBezTo>
                <a:lnTo>
                  <a:pt x="126115" y="112666"/>
                </a:lnTo>
                <a:cubicBezTo>
                  <a:pt x="126870" y="112247"/>
                  <a:pt x="127414" y="111535"/>
                  <a:pt x="127624" y="110697"/>
                </a:cubicBezTo>
                <a:cubicBezTo>
                  <a:pt x="127666" y="110487"/>
                  <a:pt x="127708" y="110236"/>
                  <a:pt x="127708" y="109984"/>
                </a:cubicBezTo>
                <a:close/>
                <a:moveTo>
                  <a:pt x="96577" y="57653"/>
                </a:moveTo>
                <a:lnTo>
                  <a:pt x="96242" y="57862"/>
                </a:lnTo>
                <a:lnTo>
                  <a:pt x="96702" y="57862"/>
                </a:lnTo>
                <a:lnTo>
                  <a:pt x="96577" y="57653"/>
                </a:lnTo>
                <a:close/>
                <a:moveTo>
                  <a:pt x="128504" y="112205"/>
                </a:moveTo>
                <a:lnTo>
                  <a:pt x="128336" y="111912"/>
                </a:lnTo>
                <a:lnTo>
                  <a:pt x="128336" y="112289"/>
                </a:lnTo>
                <a:lnTo>
                  <a:pt x="128504" y="11220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730881" y="4433232"/>
            <a:ext cx="3709443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Node.js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44288" y="4719261"/>
            <a:ext cx="3682628" cy="14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5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JavaScript runtime environment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64687" y="5405618"/>
            <a:ext cx="4117035" cy="908143"/>
          </a:xfrm>
          <a:custGeom>
            <a:avLst/>
            <a:gdLst/>
            <a:ahLst/>
            <a:cxnLst/>
            <a:rect l="l" t="t" r="r" b="b"/>
            <a:pathLst>
              <a:path w="4117035" h="908143">
                <a:moveTo>
                  <a:pt x="107261" y="0"/>
                </a:moveTo>
                <a:lnTo>
                  <a:pt x="4009774" y="0"/>
                </a:lnTo>
                <a:cubicBezTo>
                  <a:pt x="4069012" y="0"/>
                  <a:pt x="4117035" y="48022"/>
                  <a:pt x="4117035" y="107261"/>
                </a:cubicBezTo>
                <a:lnTo>
                  <a:pt x="4117035" y="800882"/>
                </a:lnTo>
                <a:cubicBezTo>
                  <a:pt x="4117035" y="860121"/>
                  <a:pt x="4069012" y="908143"/>
                  <a:pt x="4009774" y="908143"/>
                </a:cubicBezTo>
                <a:lnTo>
                  <a:pt x="107261" y="908143"/>
                </a:lnTo>
                <a:cubicBezTo>
                  <a:pt x="48022" y="908143"/>
                  <a:pt x="0" y="860121"/>
                  <a:pt x="0" y="800882"/>
                </a:cubicBezTo>
                <a:lnTo>
                  <a:pt x="0" y="107261"/>
                </a:lnTo>
                <a:cubicBezTo>
                  <a:pt x="0" y="48022"/>
                  <a:pt x="48022" y="0"/>
                  <a:pt x="107261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6366F1">
                <a:alpha val="20000"/>
              </a:srgbClr>
            </a:solidFill>
            <a:prstDash val="solid"/>
          </a:ln>
          <a:effectLst>
            <a:outerShdw sx="100000" sy="100000" kx="0" ky="0" algn="bl" rotWithShape="0" blurRad="26815" dist="8938" dir="5400000">
              <a:srgbClr val="000000">
                <a:alpha val="10196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14853" y="5555784"/>
            <a:ext cx="357537" cy="357537"/>
          </a:xfrm>
          <a:custGeom>
            <a:avLst/>
            <a:gdLst/>
            <a:ahLst/>
            <a:cxnLst/>
            <a:rect l="l" t="t" r="r" b="b"/>
            <a:pathLst>
              <a:path w="357537" h="357537">
                <a:moveTo>
                  <a:pt x="71507" y="0"/>
                </a:moveTo>
                <a:lnTo>
                  <a:pt x="286029" y="0"/>
                </a:lnTo>
                <a:cubicBezTo>
                  <a:pt x="325495" y="0"/>
                  <a:pt x="357537" y="32041"/>
                  <a:pt x="357537" y="71507"/>
                </a:cubicBezTo>
                <a:lnTo>
                  <a:pt x="357537" y="286029"/>
                </a:lnTo>
                <a:cubicBezTo>
                  <a:pt x="357537" y="325522"/>
                  <a:pt x="325522" y="357537"/>
                  <a:pt x="286029" y="357537"/>
                </a:cubicBezTo>
                <a:lnTo>
                  <a:pt x="71507" y="357537"/>
                </a:lnTo>
                <a:cubicBezTo>
                  <a:pt x="32041" y="357537"/>
                  <a:pt x="0" y="325495"/>
                  <a:pt x="0" y="286029"/>
                </a:cubicBezTo>
                <a:lnTo>
                  <a:pt x="0" y="71507"/>
                </a:lnTo>
                <a:cubicBezTo>
                  <a:pt x="0" y="32015"/>
                  <a:pt x="32015" y="0"/>
                  <a:pt x="71507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9" name="Shape 27"/>
          <p:cNvSpPr/>
          <p:nvPr/>
        </p:nvSpPr>
        <p:spPr>
          <a:xfrm>
            <a:off x="613175" y="5663045"/>
            <a:ext cx="160891" cy="143015"/>
          </a:xfrm>
          <a:custGeom>
            <a:avLst/>
            <a:gdLst/>
            <a:ahLst/>
            <a:cxnLst/>
            <a:rect l="l" t="t" r="r" b="b"/>
            <a:pathLst>
              <a:path w="160891" h="143015">
                <a:moveTo>
                  <a:pt x="40223" y="134076"/>
                </a:moveTo>
                <a:cubicBezTo>
                  <a:pt x="18016" y="134076"/>
                  <a:pt x="0" y="116060"/>
                  <a:pt x="0" y="93853"/>
                </a:cubicBezTo>
                <a:cubicBezTo>
                  <a:pt x="0" y="76144"/>
                  <a:pt x="11452" y="61116"/>
                  <a:pt x="27346" y="55725"/>
                </a:cubicBezTo>
                <a:cubicBezTo>
                  <a:pt x="26983" y="53575"/>
                  <a:pt x="26815" y="51396"/>
                  <a:pt x="26815" y="49161"/>
                </a:cubicBezTo>
                <a:cubicBezTo>
                  <a:pt x="26815" y="26955"/>
                  <a:pt x="44832" y="8938"/>
                  <a:pt x="67038" y="8938"/>
                </a:cubicBezTo>
                <a:cubicBezTo>
                  <a:pt x="82513" y="8938"/>
                  <a:pt x="95948" y="17681"/>
                  <a:pt x="102680" y="30474"/>
                </a:cubicBezTo>
                <a:cubicBezTo>
                  <a:pt x="106646" y="28156"/>
                  <a:pt x="111283" y="26815"/>
                  <a:pt x="116199" y="26815"/>
                </a:cubicBezTo>
                <a:cubicBezTo>
                  <a:pt x="131004" y="26815"/>
                  <a:pt x="143015" y="38826"/>
                  <a:pt x="143015" y="53630"/>
                </a:cubicBezTo>
                <a:cubicBezTo>
                  <a:pt x="143015" y="58016"/>
                  <a:pt x="141953" y="62178"/>
                  <a:pt x="140082" y="65837"/>
                </a:cubicBezTo>
                <a:cubicBezTo>
                  <a:pt x="152372" y="71507"/>
                  <a:pt x="160891" y="83909"/>
                  <a:pt x="160891" y="98323"/>
                </a:cubicBezTo>
                <a:cubicBezTo>
                  <a:pt x="160891" y="118071"/>
                  <a:pt x="144886" y="134076"/>
                  <a:pt x="125138" y="134076"/>
                </a:cubicBezTo>
                <a:lnTo>
                  <a:pt x="40223" y="134076"/>
                </a:lnTo>
                <a:close/>
                <a:moveTo>
                  <a:pt x="85194" y="53351"/>
                </a:moveTo>
                <a:cubicBezTo>
                  <a:pt x="82569" y="50726"/>
                  <a:pt x="78323" y="50726"/>
                  <a:pt x="75725" y="53351"/>
                </a:cubicBezTo>
                <a:lnTo>
                  <a:pt x="55614" y="73463"/>
                </a:lnTo>
                <a:cubicBezTo>
                  <a:pt x="52988" y="76088"/>
                  <a:pt x="52988" y="80334"/>
                  <a:pt x="55614" y="82932"/>
                </a:cubicBezTo>
                <a:cubicBezTo>
                  <a:pt x="58239" y="85529"/>
                  <a:pt x="62485" y="85557"/>
                  <a:pt x="65083" y="82932"/>
                </a:cubicBezTo>
                <a:lnTo>
                  <a:pt x="73742" y="74273"/>
                </a:lnTo>
                <a:lnTo>
                  <a:pt x="73742" y="102792"/>
                </a:lnTo>
                <a:cubicBezTo>
                  <a:pt x="73742" y="106507"/>
                  <a:pt x="76731" y="109496"/>
                  <a:pt x="80446" y="109496"/>
                </a:cubicBezTo>
                <a:cubicBezTo>
                  <a:pt x="84161" y="109496"/>
                  <a:pt x="87150" y="106507"/>
                  <a:pt x="87150" y="102792"/>
                </a:cubicBezTo>
                <a:lnTo>
                  <a:pt x="87150" y="74273"/>
                </a:lnTo>
                <a:lnTo>
                  <a:pt x="95809" y="82932"/>
                </a:lnTo>
                <a:cubicBezTo>
                  <a:pt x="98434" y="85557"/>
                  <a:pt x="102680" y="85557"/>
                  <a:pt x="105278" y="82932"/>
                </a:cubicBezTo>
                <a:cubicBezTo>
                  <a:pt x="107876" y="80306"/>
                  <a:pt x="107903" y="76060"/>
                  <a:pt x="105278" y="73463"/>
                </a:cubicBezTo>
                <a:lnTo>
                  <a:pt x="85166" y="5335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979650" y="5627292"/>
            <a:ext cx="822334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Storage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14853" y="5984828"/>
            <a:ext cx="3879273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Upload, list, and delete user files through authenticated endpoints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635240" y="5405618"/>
            <a:ext cx="4117035" cy="908143"/>
          </a:xfrm>
          <a:custGeom>
            <a:avLst/>
            <a:gdLst/>
            <a:ahLst/>
            <a:cxnLst/>
            <a:rect l="l" t="t" r="r" b="b"/>
            <a:pathLst>
              <a:path w="4117035" h="908143">
                <a:moveTo>
                  <a:pt x="107261" y="0"/>
                </a:moveTo>
                <a:lnTo>
                  <a:pt x="4009774" y="0"/>
                </a:lnTo>
                <a:cubicBezTo>
                  <a:pt x="4069012" y="0"/>
                  <a:pt x="4117035" y="48022"/>
                  <a:pt x="4117035" y="107261"/>
                </a:cubicBezTo>
                <a:lnTo>
                  <a:pt x="4117035" y="800882"/>
                </a:lnTo>
                <a:cubicBezTo>
                  <a:pt x="4117035" y="860121"/>
                  <a:pt x="4069012" y="908143"/>
                  <a:pt x="4009774" y="908143"/>
                </a:cubicBezTo>
                <a:lnTo>
                  <a:pt x="107261" y="908143"/>
                </a:lnTo>
                <a:cubicBezTo>
                  <a:pt x="48022" y="908143"/>
                  <a:pt x="0" y="860121"/>
                  <a:pt x="0" y="800882"/>
                </a:cubicBezTo>
                <a:lnTo>
                  <a:pt x="0" y="107261"/>
                </a:lnTo>
                <a:cubicBezTo>
                  <a:pt x="0" y="48022"/>
                  <a:pt x="48022" y="0"/>
                  <a:pt x="107261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10B981">
                <a:alpha val="20000"/>
              </a:srgbClr>
            </a:solidFill>
            <a:prstDash val="solid"/>
          </a:ln>
          <a:effectLst>
            <a:outerShdw sx="100000" sy="100000" kx="0" ky="0" algn="bl" rotWithShape="0" blurRad="26815" dist="8938" dir="540000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85405" y="5555784"/>
            <a:ext cx="357537" cy="357537"/>
          </a:xfrm>
          <a:custGeom>
            <a:avLst/>
            <a:gdLst/>
            <a:ahLst/>
            <a:cxnLst/>
            <a:rect l="l" t="t" r="r" b="b"/>
            <a:pathLst>
              <a:path w="357537" h="357537">
                <a:moveTo>
                  <a:pt x="71507" y="0"/>
                </a:moveTo>
                <a:lnTo>
                  <a:pt x="286029" y="0"/>
                </a:lnTo>
                <a:cubicBezTo>
                  <a:pt x="325495" y="0"/>
                  <a:pt x="357537" y="32041"/>
                  <a:pt x="357537" y="71507"/>
                </a:cubicBezTo>
                <a:lnTo>
                  <a:pt x="357537" y="286029"/>
                </a:lnTo>
                <a:cubicBezTo>
                  <a:pt x="357537" y="325522"/>
                  <a:pt x="325522" y="357537"/>
                  <a:pt x="286029" y="357537"/>
                </a:cubicBezTo>
                <a:lnTo>
                  <a:pt x="71507" y="357537"/>
                </a:lnTo>
                <a:cubicBezTo>
                  <a:pt x="32041" y="357537"/>
                  <a:pt x="0" y="325495"/>
                  <a:pt x="0" y="286029"/>
                </a:cubicBezTo>
                <a:lnTo>
                  <a:pt x="0" y="71507"/>
                </a:lnTo>
                <a:cubicBezTo>
                  <a:pt x="0" y="32015"/>
                  <a:pt x="32015" y="0"/>
                  <a:pt x="71507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4" name="Shape 32"/>
          <p:cNvSpPr/>
          <p:nvPr/>
        </p:nvSpPr>
        <p:spPr>
          <a:xfrm>
            <a:off x="4892666" y="5663045"/>
            <a:ext cx="143015" cy="143015"/>
          </a:xfrm>
          <a:custGeom>
            <a:avLst/>
            <a:gdLst/>
            <a:ahLst/>
            <a:cxnLst/>
            <a:rect l="l" t="t" r="r" b="b"/>
            <a:pathLst>
              <a:path w="143015" h="143015">
                <a:moveTo>
                  <a:pt x="116199" y="58100"/>
                </a:moveTo>
                <a:cubicBezTo>
                  <a:pt x="116199" y="70921"/>
                  <a:pt x="112037" y="82764"/>
                  <a:pt x="105026" y="92373"/>
                </a:cubicBezTo>
                <a:lnTo>
                  <a:pt x="140389" y="127763"/>
                </a:lnTo>
                <a:cubicBezTo>
                  <a:pt x="143881" y="131255"/>
                  <a:pt x="143881" y="136925"/>
                  <a:pt x="140389" y="140417"/>
                </a:cubicBezTo>
                <a:cubicBezTo>
                  <a:pt x="136897" y="143909"/>
                  <a:pt x="131227" y="143909"/>
                  <a:pt x="127736" y="140417"/>
                </a:cubicBezTo>
                <a:lnTo>
                  <a:pt x="92373" y="105026"/>
                </a:lnTo>
                <a:cubicBezTo>
                  <a:pt x="82764" y="112037"/>
                  <a:pt x="70921" y="116199"/>
                  <a:pt x="58100" y="116199"/>
                </a:cubicBezTo>
                <a:cubicBezTo>
                  <a:pt x="26005" y="116199"/>
                  <a:pt x="0" y="90194"/>
                  <a:pt x="0" y="58100"/>
                </a:cubicBezTo>
                <a:cubicBezTo>
                  <a:pt x="0" y="26005"/>
                  <a:pt x="26005" y="0"/>
                  <a:pt x="58100" y="0"/>
                </a:cubicBezTo>
                <a:cubicBezTo>
                  <a:pt x="90194" y="0"/>
                  <a:pt x="116199" y="26005"/>
                  <a:pt x="116199" y="58100"/>
                </a:cubicBezTo>
                <a:close/>
                <a:moveTo>
                  <a:pt x="58100" y="98323"/>
                </a:moveTo>
                <a:cubicBezTo>
                  <a:pt x="80299" y="98323"/>
                  <a:pt x="98323" y="80299"/>
                  <a:pt x="98323" y="58100"/>
                </a:cubicBezTo>
                <a:cubicBezTo>
                  <a:pt x="98323" y="35900"/>
                  <a:pt x="80299" y="17877"/>
                  <a:pt x="58100" y="17877"/>
                </a:cubicBezTo>
                <a:cubicBezTo>
                  <a:pt x="35900" y="17877"/>
                  <a:pt x="17877" y="35900"/>
                  <a:pt x="17877" y="58100"/>
                </a:cubicBezTo>
                <a:cubicBezTo>
                  <a:pt x="17877" y="80299"/>
                  <a:pt x="35900" y="98323"/>
                  <a:pt x="58100" y="9832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250202" y="5627292"/>
            <a:ext cx="509490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785405" y="5984828"/>
            <a:ext cx="3879273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Search interventions and playbooks from shared endpoint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970148" y="1537408"/>
            <a:ext cx="2860293" cy="2180974"/>
          </a:xfrm>
          <a:custGeom>
            <a:avLst/>
            <a:gdLst/>
            <a:ahLst/>
            <a:cxnLst/>
            <a:rect l="l" t="t" r="r" b="b"/>
            <a:pathLst>
              <a:path w="2860293" h="2180974">
                <a:moveTo>
                  <a:pt x="143006" y="0"/>
                </a:moveTo>
                <a:lnTo>
                  <a:pt x="2717287" y="0"/>
                </a:lnTo>
                <a:cubicBezTo>
                  <a:pt x="2796267" y="0"/>
                  <a:pt x="2860293" y="64026"/>
                  <a:pt x="2860293" y="143006"/>
                </a:cubicBezTo>
                <a:lnTo>
                  <a:pt x="2860293" y="2037967"/>
                </a:lnTo>
                <a:cubicBezTo>
                  <a:pt x="2860293" y="2116947"/>
                  <a:pt x="2796267" y="2180974"/>
                  <a:pt x="2717287" y="2180974"/>
                </a:cubicBezTo>
                <a:lnTo>
                  <a:pt x="143006" y="2180974"/>
                </a:lnTo>
                <a:cubicBezTo>
                  <a:pt x="64026" y="2180974"/>
                  <a:pt x="0" y="2116947"/>
                  <a:pt x="0" y="2037967"/>
                </a:cubicBezTo>
                <a:lnTo>
                  <a:pt x="0" y="143006"/>
                </a:lnTo>
                <a:cubicBezTo>
                  <a:pt x="0" y="64079"/>
                  <a:pt x="64079" y="0"/>
                  <a:pt x="143006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/>
              </a:gs>
              <a:gs pos="100000">
                <a:srgbClr val="059669"/>
              </a:gs>
            </a:gsLst>
            <a:lin ang="2700000" scaled="1"/>
          </a:gradFill>
          <a:ln/>
        </p:spPr>
      </p:sp>
      <p:sp>
        <p:nvSpPr>
          <p:cNvPr id="38" name="Shape 36"/>
          <p:cNvSpPr/>
          <p:nvPr/>
        </p:nvSpPr>
        <p:spPr>
          <a:xfrm>
            <a:off x="9148916" y="1716176"/>
            <a:ext cx="429044" cy="429044"/>
          </a:xfrm>
          <a:custGeom>
            <a:avLst/>
            <a:gdLst/>
            <a:ahLst/>
            <a:cxnLst/>
            <a:rect l="l" t="t" r="r" b="b"/>
            <a:pathLst>
              <a:path w="429044" h="429044">
                <a:moveTo>
                  <a:pt x="107261" y="0"/>
                </a:moveTo>
                <a:lnTo>
                  <a:pt x="321783" y="0"/>
                </a:lnTo>
                <a:cubicBezTo>
                  <a:pt x="380982" y="0"/>
                  <a:pt x="429044" y="48062"/>
                  <a:pt x="429044" y="107261"/>
                </a:cubicBezTo>
                <a:lnTo>
                  <a:pt x="429044" y="321783"/>
                </a:lnTo>
                <a:cubicBezTo>
                  <a:pt x="429044" y="380982"/>
                  <a:pt x="380982" y="429044"/>
                  <a:pt x="321783" y="429044"/>
                </a:cubicBezTo>
                <a:lnTo>
                  <a:pt x="107261" y="429044"/>
                </a:lnTo>
                <a:cubicBezTo>
                  <a:pt x="48062" y="429044"/>
                  <a:pt x="0" y="380982"/>
                  <a:pt x="0" y="321783"/>
                </a:cubicBezTo>
                <a:lnTo>
                  <a:pt x="0" y="107261"/>
                </a:lnTo>
                <a:cubicBezTo>
                  <a:pt x="0" y="48062"/>
                  <a:pt x="48062" y="0"/>
                  <a:pt x="10726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256178" y="1823437"/>
            <a:ext cx="214522" cy="214522"/>
          </a:xfrm>
          <a:custGeom>
            <a:avLst/>
            <a:gdLst/>
            <a:ahLst/>
            <a:cxnLst/>
            <a:rect l="l" t="t" r="r" b="b"/>
            <a:pathLst>
              <a:path w="214522" h="214522">
                <a:moveTo>
                  <a:pt x="107261" y="0"/>
                </a:moveTo>
                <a:cubicBezTo>
                  <a:pt x="109188" y="0"/>
                  <a:pt x="111116" y="419"/>
                  <a:pt x="112875" y="1215"/>
                </a:cubicBezTo>
                <a:lnTo>
                  <a:pt x="191813" y="34692"/>
                </a:lnTo>
                <a:cubicBezTo>
                  <a:pt x="201031" y="38589"/>
                  <a:pt x="207902" y="47681"/>
                  <a:pt x="207860" y="58658"/>
                </a:cubicBezTo>
                <a:cubicBezTo>
                  <a:pt x="207651" y="100222"/>
                  <a:pt x="190556" y="176268"/>
                  <a:pt x="118364" y="210835"/>
                </a:cubicBezTo>
                <a:cubicBezTo>
                  <a:pt x="111367" y="214187"/>
                  <a:pt x="103239" y="214187"/>
                  <a:pt x="96242" y="210835"/>
                </a:cubicBezTo>
                <a:cubicBezTo>
                  <a:pt x="24008" y="176268"/>
                  <a:pt x="6955" y="100222"/>
                  <a:pt x="6746" y="58658"/>
                </a:cubicBezTo>
                <a:cubicBezTo>
                  <a:pt x="6704" y="47681"/>
                  <a:pt x="13575" y="38589"/>
                  <a:pt x="22793" y="34692"/>
                </a:cubicBezTo>
                <a:lnTo>
                  <a:pt x="101688" y="1215"/>
                </a:lnTo>
                <a:cubicBezTo>
                  <a:pt x="103448" y="419"/>
                  <a:pt x="105334" y="0"/>
                  <a:pt x="107261" y="0"/>
                </a:cubicBezTo>
                <a:close/>
                <a:moveTo>
                  <a:pt x="107261" y="27988"/>
                </a:moveTo>
                <a:lnTo>
                  <a:pt x="107261" y="186408"/>
                </a:lnTo>
                <a:cubicBezTo>
                  <a:pt x="165081" y="158419"/>
                  <a:pt x="180626" y="96409"/>
                  <a:pt x="181003" y="59287"/>
                </a:cubicBezTo>
                <a:lnTo>
                  <a:pt x="107261" y="28030"/>
                </a:lnTo>
                <a:lnTo>
                  <a:pt x="107261" y="2803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9685222" y="1805560"/>
            <a:ext cx="1823437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 &amp; Compliance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148916" y="2288235"/>
            <a:ext cx="2502757" cy="572059"/>
          </a:xfrm>
          <a:custGeom>
            <a:avLst/>
            <a:gdLst/>
            <a:ahLst/>
            <a:cxnLst/>
            <a:rect l="l" t="t" r="r" b="b"/>
            <a:pathLst>
              <a:path w="2502757" h="572059">
                <a:moveTo>
                  <a:pt x="71507" y="0"/>
                </a:moveTo>
                <a:lnTo>
                  <a:pt x="2431249" y="0"/>
                </a:lnTo>
                <a:cubicBezTo>
                  <a:pt x="2470742" y="0"/>
                  <a:pt x="2502757" y="32015"/>
                  <a:pt x="2502757" y="71507"/>
                </a:cubicBezTo>
                <a:lnTo>
                  <a:pt x="2502757" y="500551"/>
                </a:lnTo>
                <a:cubicBezTo>
                  <a:pt x="2502757" y="540044"/>
                  <a:pt x="2470742" y="572059"/>
                  <a:pt x="2431249" y="572059"/>
                </a:cubicBezTo>
                <a:lnTo>
                  <a:pt x="71507" y="572059"/>
                </a:lnTo>
                <a:cubicBezTo>
                  <a:pt x="32015" y="572059"/>
                  <a:pt x="0" y="540044"/>
                  <a:pt x="0" y="500551"/>
                </a:cubicBezTo>
                <a:lnTo>
                  <a:pt x="0" y="71507"/>
                </a:lnTo>
                <a:cubicBezTo>
                  <a:pt x="0" y="32015"/>
                  <a:pt x="32015" y="0"/>
                  <a:pt x="7150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266233" y="2422311"/>
            <a:ext cx="140780" cy="125138"/>
          </a:xfrm>
          <a:custGeom>
            <a:avLst/>
            <a:gdLst/>
            <a:ahLst/>
            <a:cxnLst/>
            <a:rect l="l" t="t" r="r" b="b"/>
            <a:pathLst>
              <a:path w="140780" h="125138">
                <a:moveTo>
                  <a:pt x="23586" y="0"/>
                </a:moveTo>
                <a:cubicBezTo>
                  <a:pt x="14958" y="0"/>
                  <a:pt x="7943" y="7015"/>
                  <a:pt x="7943" y="15642"/>
                </a:cubicBezTo>
                <a:lnTo>
                  <a:pt x="7943" y="109496"/>
                </a:lnTo>
                <a:cubicBezTo>
                  <a:pt x="7943" y="118123"/>
                  <a:pt x="14958" y="125138"/>
                  <a:pt x="23586" y="125138"/>
                </a:cubicBezTo>
                <a:lnTo>
                  <a:pt x="86154" y="125138"/>
                </a:lnTo>
                <a:cubicBezTo>
                  <a:pt x="94782" y="125138"/>
                  <a:pt x="101797" y="118123"/>
                  <a:pt x="101797" y="109496"/>
                </a:cubicBezTo>
                <a:lnTo>
                  <a:pt x="101797" y="86032"/>
                </a:lnTo>
                <a:lnTo>
                  <a:pt x="120885" y="86032"/>
                </a:lnTo>
                <a:lnTo>
                  <a:pt x="113308" y="93609"/>
                </a:lnTo>
                <a:cubicBezTo>
                  <a:pt x="111011" y="95906"/>
                  <a:pt x="111011" y="99621"/>
                  <a:pt x="113308" y="101894"/>
                </a:cubicBezTo>
                <a:cubicBezTo>
                  <a:pt x="115606" y="104167"/>
                  <a:pt x="119321" y="104192"/>
                  <a:pt x="121594" y="101894"/>
                </a:cubicBezTo>
                <a:lnTo>
                  <a:pt x="139191" y="84297"/>
                </a:lnTo>
                <a:cubicBezTo>
                  <a:pt x="141489" y="81999"/>
                  <a:pt x="141489" y="78284"/>
                  <a:pt x="139191" y="76011"/>
                </a:cubicBezTo>
                <a:lnTo>
                  <a:pt x="121594" y="58414"/>
                </a:lnTo>
                <a:cubicBezTo>
                  <a:pt x="119296" y="56116"/>
                  <a:pt x="115581" y="56116"/>
                  <a:pt x="113308" y="58414"/>
                </a:cubicBezTo>
                <a:cubicBezTo>
                  <a:pt x="111035" y="60711"/>
                  <a:pt x="111011" y="64426"/>
                  <a:pt x="113308" y="66699"/>
                </a:cubicBezTo>
                <a:lnTo>
                  <a:pt x="120885" y="74276"/>
                </a:lnTo>
                <a:lnTo>
                  <a:pt x="101797" y="74276"/>
                </a:lnTo>
                <a:lnTo>
                  <a:pt x="101797" y="41647"/>
                </a:lnTo>
                <a:cubicBezTo>
                  <a:pt x="101797" y="37492"/>
                  <a:pt x="100159" y="33509"/>
                  <a:pt x="97226" y="30576"/>
                </a:cubicBezTo>
                <a:lnTo>
                  <a:pt x="71172" y="4570"/>
                </a:lnTo>
                <a:cubicBezTo>
                  <a:pt x="68239" y="1638"/>
                  <a:pt x="64280" y="0"/>
                  <a:pt x="60125" y="0"/>
                </a:cubicBezTo>
                <a:lnTo>
                  <a:pt x="23586" y="0"/>
                </a:lnTo>
                <a:close/>
                <a:moveTo>
                  <a:pt x="87499" y="43016"/>
                </a:moveTo>
                <a:lnTo>
                  <a:pt x="64646" y="43016"/>
                </a:lnTo>
                <a:cubicBezTo>
                  <a:pt x="61396" y="43016"/>
                  <a:pt x="58781" y="40401"/>
                  <a:pt x="58781" y="37150"/>
                </a:cubicBezTo>
                <a:lnTo>
                  <a:pt x="58781" y="14298"/>
                </a:lnTo>
                <a:lnTo>
                  <a:pt x="87499" y="43016"/>
                </a:lnTo>
                <a:close/>
                <a:moveTo>
                  <a:pt x="54870" y="80166"/>
                </a:moveTo>
                <a:cubicBezTo>
                  <a:pt x="54870" y="76916"/>
                  <a:pt x="57485" y="74301"/>
                  <a:pt x="60736" y="74301"/>
                </a:cubicBezTo>
                <a:lnTo>
                  <a:pt x="86154" y="74301"/>
                </a:lnTo>
                <a:lnTo>
                  <a:pt x="86154" y="86032"/>
                </a:lnTo>
                <a:lnTo>
                  <a:pt x="60736" y="86032"/>
                </a:lnTo>
                <a:cubicBezTo>
                  <a:pt x="57485" y="86032"/>
                  <a:pt x="54870" y="83417"/>
                  <a:pt x="54870" y="8016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9484107" y="2395496"/>
            <a:ext cx="697196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Export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256178" y="2610018"/>
            <a:ext cx="2341865" cy="14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 and monitor export status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148916" y="2967445"/>
            <a:ext cx="2502757" cy="572059"/>
          </a:xfrm>
          <a:custGeom>
            <a:avLst/>
            <a:gdLst/>
            <a:ahLst/>
            <a:cxnLst/>
            <a:rect l="l" t="t" r="r" b="b"/>
            <a:pathLst>
              <a:path w="2502757" h="572059">
                <a:moveTo>
                  <a:pt x="71507" y="0"/>
                </a:moveTo>
                <a:lnTo>
                  <a:pt x="2431249" y="0"/>
                </a:lnTo>
                <a:cubicBezTo>
                  <a:pt x="2470742" y="0"/>
                  <a:pt x="2502757" y="32015"/>
                  <a:pt x="2502757" y="71507"/>
                </a:cubicBezTo>
                <a:lnTo>
                  <a:pt x="2502757" y="500551"/>
                </a:lnTo>
                <a:cubicBezTo>
                  <a:pt x="2502757" y="540044"/>
                  <a:pt x="2470742" y="572059"/>
                  <a:pt x="2431249" y="572059"/>
                </a:cubicBezTo>
                <a:lnTo>
                  <a:pt x="71507" y="572059"/>
                </a:lnTo>
                <a:cubicBezTo>
                  <a:pt x="32015" y="572059"/>
                  <a:pt x="0" y="540044"/>
                  <a:pt x="0" y="500551"/>
                </a:cubicBezTo>
                <a:lnTo>
                  <a:pt x="0" y="71507"/>
                </a:lnTo>
                <a:cubicBezTo>
                  <a:pt x="0" y="32015"/>
                  <a:pt x="32015" y="0"/>
                  <a:pt x="7150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258412" y="3101521"/>
            <a:ext cx="156422" cy="125138"/>
          </a:xfrm>
          <a:custGeom>
            <a:avLst/>
            <a:gdLst/>
            <a:ahLst/>
            <a:cxnLst/>
            <a:rect l="l" t="t" r="r" b="b"/>
            <a:pathLst>
              <a:path w="156422" h="125138">
                <a:moveTo>
                  <a:pt x="33338" y="31284"/>
                </a:moveTo>
                <a:cubicBezTo>
                  <a:pt x="33337" y="20806"/>
                  <a:pt x="38928" y="11124"/>
                  <a:pt x="48002" y="5885"/>
                </a:cubicBezTo>
                <a:cubicBezTo>
                  <a:pt x="57077" y="645"/>
                  <a:pt x="68257" y="645"/>
                  <a:pt x="77331" y="5885"/>
                </a:cubicBezTo>
                <a:cubicBezTo>
                  <a:pt x="86406" y="11124"/>
                  <a:pt x="91996" y="20806"/>
                  <a:pt x="91996" y="31284"/>
                </a:cubicBezTo>
                <a:cubicBezTo>
                  <a:pt x="91996" y="47472"/>
                  <a:pt x="78854" y="60614"/>
                  <a:pt x="62667" y="60614"/>
                </a:cubicBezTo>
                <a:cubicBezTo>
                  <a:pt x="46479" y="60614"/>
                  <a:pt x="33337" y="47472"/>
                  <a:pt x="33337" y="31284"/>
                </a:cubicBezTo>
                <a:close/>
                <a:moveTo>
                  <a:pt x="11829" y="117879"/>
                </a:moveTo>
                <a:cubicBezTo>
                  <a:pt x="11829" y="93804"/>
                  <a:pt x="31333" y="74301"/>
                  <a:pt x="55408" y="74301"/>
                </a:cubicBezTo>
                <a:lnTo>
                  <a:pt x="69926" y="74301"/>
                </a:lnTo>
                <a:cubicBezTo>
                  <a:pt x="94000" y="74301"/>
                  <a:pt x="113504" y="93804"/>
                  <a:pt x="113504" y="117879"/>
                </a:cubicBezTo>
                <a:cubicBezTo>
                  <a:pt x="113504" y="121887"/>
                  <a:pt x="110253" y="125138"/>
                  <a:pt x="106245" y="125138"/>
                </a:cubicBezTo>
                <a:lnTo>
                  <a:pt x="19088" y="125138"/>
                </a:lnTo>
                <a:cubicBezTo>
                  <a:pt x="15080" y="125138"/>
                  <a:pt x="11829" y="121887"/>
                  <a:pt x="11829" y="117879"/>
                </a:cubicBezTo>
                <a:close/>
                <a:moveTo>
                  <a:pt x="149652" y="30331"/>
                </a:moveTo>
                <a:cubicBezTo>
                  <a:pt x="151950" y="32629"/>
                  <a:pt x="151950" y="36344"/>
                  <a:pt x="149652" y="38617"/>
                </a:cubicBezTo>
                <a:lnTo>
                  <a:pt x="141367" y="46902"/>
                </a:lnTo>
                <a:lnTo>
                  <a:pt x="149652" y="55188"/>
                </a:lnTo>
                <a:cubicBezTo>
                  <a:pt x="151950" y="57485"/>
                  <a:pt x="151950" y="61200"/>
                  <a:pt x="149652" y="63473"/>
                </a:cubicBezTo>
                <a:cubicBezTo>
                  <a:pt x="147355" y="65746"/>
                  <a:pt x="143640" y="65771"/>
                  <a:pt x="141367" y="63473"/>
                </a:cubicBezTo>
                <a:lnTo>
                  <a:pt x="133081" y="55188"/>
                </a:lnTo>
                <a:lnTo>
                  <a:pt x="124796" y="63473"/>
                </a:lnTo>
                <a:cubicBezTo>
                  <a:pt x="122498" y="65771"/>
                  <a:pt x="118783" y="65771"/>
                  <a:pt x="116510" y="63473"/>
                </a:cubicBezTo>
                <a:cubicBezTo>
                  <a:pt x="114237" y="61176"/>
                  <a:pt x="114213" y="57461"/>
                  <a:pt x="116510" y="55188"/>
                </a:cubicBezTo>
                <a:lnTo>
                  <a:pt x="124796" y="46902"/>
                </a:lnTo>
                <a:lnTo>
                  <a:pt x="116510" y="38617"/>
                </a:lnTo>
                <a:cubicBezTo>
                  <a:pt x="114213" y="36319"/>
                  <a:pt x="114213" y="32604"/>
                  <a:pt x="116510" y="30331"/>
                </a:cubicBezTo>
                <a:cubicBezTo>
                  <a:pt x="118808" y="28058"/>
                  <a:pt x="122523" y="28034"/>
                  <a:pt x="124796" y="30331"/>
                </a:cubicBezTo>
                <a:lnTo>
                  <a:pt x="133081" y="38617"/>
                </a:lnTo>
                <a:lnTo>
                  <a:pt x="141367" y="30331"/>
                </a:lnTo>
                <a:cubicBezTo>
                  <a:pt x="143664" y="28034"/>
                  <a:pt x="147379" y="28034"/>
                  <a:pt x="149652" y="303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9484107" y="3074706"/>
            <a:ext cx="1001103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Account Deletion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256178" y="3289228"/>
            <a:ext cx="2341865" cy="14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account removal through privacy routes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970148" y="3861173"/>
            <a:ext cx="2860293" cy="2180974"/>
          </a:xfrm>
          <a:custGeom>
            <a:avLst/>
            <a:gdLst/>
            <a:ahLst/>
            <a:cxnLst/>
            <a:rect l="l" t="t" r="r" b="b"/>
            <a:pathLst>
              <a:path w="2860293" h="2180974">
                <a:moveTo>
                  <a:pt x="143006" y="0"/>
                </a:moveTo>
                <a:lnTo>
                  <a:pt x="2717287" y="0"/>
                </a:lnTo>
                <a:cubicBezTo>
                  <a:pt x="2796267" y="0"/>
                  <a:pt x="2860293" y="64026"/>
                  <a:pt x="2860293" y="143006"/>
                </a:cubicBezTo>
                <a:lnTo>
                  <a:pt x="2860293" y="2037967"/>
                </a:lnTo>
                <a:cubicBezTo>
                  <a:pt x="2860293" y="2116947"/>
                  <a:pt x="2796267" y="2180974"/>
                  <a:pt x="2717287" y="2180974"/>
                </a:cubicBezTo>
                <a:lnTo>
                  <a:pt x="143006" y="2180974"/>
                </a:lnTo>
                <a:cubicBezTo>
                  <a:pt x="64026" y="2180974"/>
                  <a:pt x="0" y="2116947"/>
                  <a:pt x="0" y="2037967"/>
                </a:cubicBezTo>
                <a:lnTo>
                  <a:pt x="0" y="143006"/>
                </a:lnTo>
                <a:cubicBezTo>
                  <a:pt x="0" y="64079"/>
                  <a:pt x="64079" y="0"/>
                  <a:pt x="143006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/>
              </a:gs>
              <a:gs pos="100000">
                <a:srgbClr val="D97706"/>
              </a:gs>
            </a:gsLst>
            <a:lin ang="2700000" scaled="1"/>
          </a:gradFill>
          <a:ln/>
        </p:spPr>
      </p:sp>
      <p:sp>
        <p:nvSpPr>
          <p:cNvPr id="50" name="Shape 48"/>
          <p:cNvSpPr/>
          <p:nvPr/>
        </p:nvSpPr>
        <p:spPr>
          <a:xfrm>
            <a:off x="9148916" y="4039942"/>
            <a:ext cx="429044" cy="429044"/>
          </a:xfrm>
          <a:custGeom>
            <a:avLst/>
            <a:gdLst/>
            <a:ahLst/>
            <a:cxnLst/>
            <a:rect l="l" t="t" r="r" b="b"/>
            <a:pathLst>
              <a:path w="429044" h="429044">
                <a:moveTo>
                  <a:pt x="107261" y="0"/>
                </a:moveTo>
                <a:lnTo>
                  <a:pt x="321783" y="0"/>
                </a:lnTo>
                <a:cubicBezTo>
                  <a:pt x="380982" y="0"/>
                  <a:pt x="429044" y="48062"/>
                  <a:pt x="429044" y="107261"/>
                </a:cubicBezTo>
                <a:lnTo>
                  <a:pt x="429044" y="321783"/>
                </a:lnTo>
                <a:cubicBezTo>
                  <a:pt x="429044" y="380982"/>
                  <a:pt x="380982" y="429044"/>
                  <a:pt x="321783" y="429044"/>
                </a:cubicBezTo>
                <a:lnTo>
                  <a:pt x="107261" y="429044"/>
                </a:lnTo>
                <a:cubicBezTo>
                  <a:pt x="48062" y="429044"/>
                  <a:pt x="0" y="380982"/>
                  <a:pt x="0" y="321783"/>
                </a:cubicBezTo>
                <a:lnTo>
                  <a:pt x="0" y="107261"/>
                </a:lnTo>
                <a:cubicBezTo>
                  <a:pt x="0" y="48062"/>
                  <a:pt x="48062" y="0"/>
                  <a:pt x="10726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242770" y="4147203"/>
            <a:ext cx="241337" cy="214522"/>
          </a:xfrm>
          <a:custGeom>
            <a:avLst/>
            <a:gdLst/>
            <a:ahLst/>
            <a:cxnLst/>
            <a:rect l="l" t="t" r="r" b="b"/>
            <a:pathLst>
              <a:path w="241337" h="214522">
                <a:moveTo>
                  <a:pt x="93853" y="103909"/>
                </a:moveTo>
                <a:cubicBezTo>
                  <a:pt x="121603" y="103909"/>
                  <a:pt x="144132" y="81380"/>
                  <a:pt x="144132" y="53630"/>
                </a:cubicBezTo>
                <a:cubicBezTo>
                  <a:pt x="144132" y="25881"/>
                  <a:pt x="121603" y="3352"/>
                  <a:pt x="93853" y="3352"/>
                </a:cubicBezTo>
                <a:cubicBezTo>
                  <a:pt x="66104" y="3352"/>
                  <a:pt x="43575" y="25881"/>
                  <a:pt x="43575" y="53630"/>
                </a:cubicBezTo>
                <a:cubicBezTo>
                  <a:pt x="43575" y="81380"/>
                  <a:pt x="66104" y="103909"/>
                  <a:pt x="93853" y="103909"/>
                </a:cubicBezTo>
                <a:close/>
                <a:moveTo>
                  <a:pt x="81409" y="127372"/>
                </a:moveTo>
                <a:cubicBezTo>
                  <a:pt x="40139" y="127372"/>
                  <a:pt x="6704" y="160808"/>
                  <a:pt x="6704" y="202078"/>
                </a:cubicBezTo>
                <a:cubicBezTo>
                  <a:pt x="6704" y="208949"/>
                  <a:pt x="12276" y="214522"/>
                  <a:pt x="19148" y="214522"/>
                </a:cubicBezTo>
                <a:lnTo>
                  <a:pt x="124523" y="214522"/>
                </a:lnTo>
                <a:cubicBezTo>
                  <a:pt x="109356" y="196673"/>
                  <a:pt x="100557" y="173671"/>
                  <a:pt x="100557" y="149327"/>
                </a:cubicBezTo>
                <a:lnTo>
                  <a:pt x="100557" y="136297"/>
                </a:lnTo>
                <a:cubicBezTo>
                  <a:pt x="100557" y="133238"/>
                  <a:pt x="100976" y="130222"/>
                  <a:pt x="101772" y="127372"/>
                </a:cubicBezTo>
                <a:lnTo>
                  <a:pt x="81409" y="127372"/>
                </a:lnTo>
                <a:close/>
                <a:moveTo>
                  <a:pt x="186575" y="204676"/>
                </a:moveTo>
                <a:lnTo>
                  <a:pt x="181003" y="207315"/>
                </a:lnTo>
                <a:lnTo>
                  <a:pt x="181003" y="128504"/>
                </a:lnTo>
                <a:lnTo>
                  <a:pt x="221226" y="141911"/>
                </a:lnTo>
                <a:lnTo>
                  <a:pt x="221226" y="150123"/>
                </a:lnTo>
                <a:cubicBezTo>
                  <a:pt x="221226" y="173503"/>
                  <a:pt x="207734" y="194746"/>
                  <a:pt x="186575" y="204718"/>
                </a:cubicBezTo>
                <a:close/>
                <a:moveTo>
                  <a:pt x="176771" y="108727"/>
                </a:moveTo>
                <a:lnTo>
                  <a:pt x="129844" y="124356"/>
                </a:lnTo>
                <a:cubicBezTo>
                  <a:pt x="124356" y="126199"/>
                  <a:pt x="120669" y="131311"/>
                  <a:pt x="120669" y="137093"/>
                </a:cubicBezTo>
                <a:lnTo>
                  <a:pt x="120669" y="150123"/>
                </a:lnTo>
                <a:cubicBezTo>
                  <a:pt x="120669" y="181296"/>
                  <a:pt x="138685" y="209662"/>
                  <a:pt x="166841" y="222902"/>
                </a:cubicBezTo>
                <a:lnTo>
                  <a:pt x="174592" y="226547"/>
                </a:lnTo>
                <a:cubicBezTo>
                  <a:pt x="176604" y="227469"/>
                  <a:pt x="178782" y="227972"/>
                  <a:pt x="180961" y="227972"/>
                </a:cubicBezTo>
                <a:cubicBezTo>
                  <a:pt x="183140" y="227972"/>
                  <a:pt x="185360" y="227469"/>
                  <a:pt x="187330" y="226547"/>
                </a:cubicBezTo>
                <a:lnTo>
                  <a:pt x="195081" y="222902"/>
                </a:lnTo>
                <a:cubicBezTo>
                  <a:pt x="223321" y="209620"/>
                  <a:pt x="241337" y="181254"/>
                  <a:pt x="241337" y="150082"/>
                </a:cubicBezTo>
                <a:lnTo>
                  <a:pt x="241337" y="137051"/>
                </a:lnTo>
                <a:cubicBezTo>
                  <a:pt x="241337" y="131269"/>
                  <a:pt x="237650" y="126157"/>
                  <a:pt x="232161" y="124314"/>
                </a:cubicBezTo>
                <a:lnTo>
                  <a:pt x="185235" y="108686"/>
                </a:lnTo>
                <a:cubicBezTo>
                  <a:pt x="182469" y="107764"/>
                  <a:pt x="179495" y="107764"/>
                  <a:pt x="176771" y="10868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9685222" y="4129326"/>
            <a:ext cx="1510592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 Operations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148916" y="4612000"/>
            <a:ext cx="2502757" cy="572059"/>
          </a:xfrm>
          <a:custGeom>
            <a:avLst/>
            <a:gdLst/>
            <a:ahLst/>
            <a:cxnLst/>
            <a:rect l="l" t="t" r="r" b="b"/>
            <a:pathLst>
              <a:path w="2502757" h="572059">
                <a:moveTo>
                  <a:pt x="71507" y="0"/>
                </a:moveTo>
                <a:lnTo>
                  <a:pt x="2431249" y="0"/>
                </a:lnTo>
                <a:cubicBezTo>
                  <a:pt x="2470742" y="0"/>
                  <a:pt x="2502757" y="32015"/>
                  <a:pt x="2502757" y="71507"/>
                </a:cubicBezTo>
                <a:lnTo>
                  <a:pt x="2502757" y="500551"/>
                </a:lnTo>
                <a:cubicBezTo>
                  <a:pt x="2502757" y="540044"/>
                  <a:pt x="2470742" y="572059"/>
                  <a:pt x="2431249" y="572059"/>
                </a:cubicBezTo>
                <a:lnTo>
                  <a:pt x="71507" y="572059"/>
                </a:lnTo>
                <a:cubicBezTo>
                  <a:pt x="32015" y="572059"/>
                  <a:pt x="0" y="540044"/>
                  <a:pt x="0" y="500551"/>
                </a:cubicBezTo>
                <a:lnTo>
                  <a:pt x="0" y="71507"/>
                </a:lnTo>
                <a:cubicBezTo>
                  <a:pt x="0" y="32015"/>
                  <a:pt x="32015" y="0"/>
                  <a:pt x="7150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266233" y="4746077"/>
            <a:ext cx="140780" cy="125138"/>
          </a:xfrm>
          <a:custGeom>
            <a:avLst/>
            <a:gdLst/>
            <a:ahLst/>
            <a:cxnLst/>
            <a:rect l="l" t="t" r="r" b="b"/>
            <a:pathLst>
              <a:path w="140780" h="125138">
                <a:moveTo>
                  <a:pt x="125236" y="58658"/>
                </a:moveTo>
                <a:lnTo>
                  <a:pt x="82219" y="58658"/>
                </a:lnTo>
                <a:cubicBezTo>
                  <a:pt x="77893" y="58658"/>
                  <a:pt x="74398" y="55163"/>
                  <a:pt x="74398" y="50837"/>
                </a:cubicBezTo>
                <a:lnTo>
                  <a:pt x="74398" y="7821"/>
                </a:lnTo>
                <a:cubicBezTo>
                  <a:pt x="74398" y="3495"/>
                  <a:pt x="77918" y="-49"/>
                  <a:pt x="82195" y="513"/>
                </a:cubicBezTo>
                <a:cubicBezTo>
                  <a:pt x="108347" y="3984"/>
                  <a:pt x="129073" y="24710"/>
                  <a:pt x="132543" y="50862"/>
                </a:cubicBezTo>
                <a:cubicBezTo>
                  <a:pt x="133106" y="55139"/>
                  <a:pt x="129562" y="58658"/>
                  <a:pt x="125236" y="58658"/>
                </a:cubicBezTo>
                <a:close/>
                <a:moveTo>
                  <a:pt x="54406" y="9092"/>
                </a:moveTo>
                <a:cubicBezTo>
                  <a:pt x="58829" y="8163"/>
                  <a:pt x="62667" y="11781"/>
                  <a:pt x="62667" y="16302"/>
                </a:cubicBezTo>
                <a:lnTo>
                  <a:pt x="62667" y="64524"/>
                </a:lnTo>
                <a:cubicBezTo>
                  <a:pt x="62667" y="65893"/>
                  <a:pt x="63155" y="67213"/>
                  <a:pt x="64011" y="68264"/>
                </a:cubicBezTo>
                <a:lnTo>
                  <a:pt x="96297" y="107223"/>
                </a:lnTo>
                <a:cubicBezTo>
                  <a:pt x="99157" y="110669"/>
                  <a:pt x="98546" y="115875"/>
                  <a:pt x="94611" y="118001"/>
                </a:cubicBezTo>
                <a:cubicBezTo>
                  <a:pt x="86277" y="122547"/>
                  <a:pt x="76720" y="125138"/>
                  <a:pt x="66577" y="125138"/>
                </a:cubicBezTo>
                <a:cubicBezTo>
                  <a:pt x="34193" y="125138"/>
                  <a:pt x="7919" y="98864"/>
                  <a:pt x="7919" y="66479"/>
                </a:cubicBezTo>
                <a:cubicBezTo>
                  <a:pt x="7919" y="38250"/>
                  <a:pt x="27838" y="14689"/>
                  <a:pt x="54406" y="9092"/>
                </a:cubicBezTo>
                <a:close/>
                <a:moveTo>
                  <a:pt x="116779" y="70390"/>
                </a:moveTo>
                <a:lnTo>
                  <a:pt x="132421" y="70390"/>
                </a:lnTo>
                <a:cubicBezTo>
                  <a:pt x="136943" y="70390"/>
                  <a:pt x="140560" y="74227"/>
                  <a:pt x="139631" y="78651"/>
                </a:cubicBezTo>
                <a:cubicBezTo>
                  <a:pt x="137138" y="90481"/>
                  <a:pt x="131077" y="100990"/>
                  <a:pt x="122620" y="109007"/>
                </a:cubicBezTo>
                <a:cubicBezTo>
                  <a:pt x="119614" y="111866"/>
                  <a:pt x="114897" y="111255"/>
                  <a:pt x="112257" y="108054"/>
                </a:cubicBezTo>
                <a:lnTo>
                  <a:pt x="91629" y="83197"/>
                </a:lnTo>
                <a:cubicBezTo>
                  <a:pt x="87401" y="78089"/>
                  <a:pt x="91043" y="70390"/>
                  <a:pt x="97642" y="70390"/>
                </a:cubicBezTo>
                <a:lnTo>
                  <a:pt x="116755" y="7039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9484107" y="4719261"/>
            <a:ext cx="956411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Stats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256178" y="4933783"/>
            <a:ext cx="2341865" cy="14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View platform-wide analytics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148916" y="5291206"/>
            <a:ext cx="2502757" cy="572059"/>
          </a:xfrm>
          <a:custGeom>
            <a:avLst/>
            <a:gdLst/>
            <a:ahLst/>
            <a:cxnLst/>
            <a:rect l="l" t="t" r="r" b="b"/>
            <a:pathLst>
              <a:path w="2502757" h="572059">
                <a:moveTo>
                  <a:pt x="71507" y="0"/>
                </a:moveTo>
                <a:lnTo>
                  <a:pt x="2431249" y="0"/>
                </a:lnTo>
                <a:cubicBezTo>
                  <a:pt x="2470742" y="0"/>
                  <a:pt x="2502757" y="32015"/>
                  <a:pt x="2502757" y="71507"/>
                </a:cubicBezTo>
                <a:lnTo>
                  <a:pt x="2502757" y="500551"/>
                </a:lnTo>
                <a:cubicBezTo>
                  <a:pt x="2502757" y="540044"/>
                  <a:pt x="2470742" y="572059"/>
                  <a:pt x="2431249" y="572059"/>
                </a:cubicBezTo>
                <a:lnTo>
                  <a:pt x="71507" y="572059"/>
                </a:lnTo>
                <a:cubicBezTo>
                  <a:pt x="32015" y="572059"/>
                  <a:pt x="0" y="540044"/>
                  <a:pt x="0" y="500551"/>
                </a:cubicBezTo>
                <a:lnTo>
                  <a:pt x="0" y="71507"/>
                </a:lnTo>
                <a:cubicBezTo>
                  <a:pt x="0" y="32015"/>
                  <a:pt x="32015" y="0"/>
                  <a:pt x="7150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274054" y="5425283"/>
            <a:ext cx="125138" cy="125138"/>
          </a:xfrm>
          <a:custGeom>
            <a:avLst/>
            <a:gdLst/>
            <a:ahLst/>
            <a:cxnLst/>
            <a:rect l="l" t="t" r="r" b="b"/>
            <a:pathLst>
              <a:path w="125138" h="125138">
                <a:moveTo>
                  <a:pt x="62569" y="125138"/>
                </a:moveTo>
                <a:cubicBezTo>
                  <a:pt x="97102" y="125138"/>
                  <a:pt x="125138" y="97102"/>
                  <a:pt x="125138" y="62569"/>
                </a:cubicBezTo>
                <a:cubicBezTo>
                  <a:pt x="125138" y="28036"/>
                  <a:pt x="97102" y="0"/>
                  <a:pt x="62569" y="0"/>
                </a:cubicBezTo>
                <a:cubicBezTo>
                  <a:pt x="28036" y="0"/>
                  <a:pt x="0" y="28036"/>
                  <a:pt x="0" y="62569"/>
                </a:cubicBezTo>
                <a:cubicBezTo>
                  <a:pt x="0" y="97102"/>
                  <a:pt x="28036" y="125138"/>
                  <a:pt x="62569" y="125138"/>
                </a:cubicBezTo>
                <a:close/>
                <a:moveTo>
                  <a:pt x="62569" y="33240"/>
                </a:moveTo>
                <a:cubicBezTo>
                  <a:pt x="65820" y="33240"/>
                  <a:pt x="68435" y="35855"/>
                  <a:pt x="68435" y="39106"/>
                </a:cubicBezTo>
                <a:lnTo>
                  <a:pt x="68435" y="66479"/>
                </a:lnTo>
                <a:cubicBezTo>
                  <a:pt x="68435" y="69730"/>
                  <a:pt x="65820" y="72345"/>
                  <a:pt x="62569" y="72345"/>
                </a:cubicBezTo>
                <a:cubicBezTo>
                  <a:pt x="59318" y="72345"/>
                  <a:pt x="56703" y="69730"/>
                  <a:pt x="56703" y="66479"/>
                </a:cubicBezTo>
                <a:lnTo>
                  <a:pt x="56703" y="39106"/>
                </a:lnTo>
                <a:cubicBezTo>
                  <a:pt x="56703" y="35855"/>
                  <a:pt x="59318" y="33240"/>
                  <a:pt x="62569" y="33240"/>
                </a:cubicBezTo>
                <a:close/>
                <a:moveTo>
                  <a:pt x="56043" y="86032"/>
                </a:moveTo>
                <a:cubicBezTo>
                  <a:pt x="55895" y="83610"/>
                  <a:pt x="57103" y="81305"/>
                  <a:pt x="59179" y="80049"/>
                </a:cubicBezTo>
                <a:cubicBezTo>
                  <a:pt x="61256" y="78793"/>
                  <a:pt x="63858" y="78793"/>
                  <a:pt x="65934" y="80049"/>
                </a:cubicBezTo>
                <a:cubicBezTo>
                  <a:pt x="68011" y="81305"/>
                  <a:pt x="69219" y="83610"/>
                  <a:pt x="69070" y="86032"/>
                </a:cubicBezTo>
                <a:cubicBezTo>
                  <a:pt x="69219" y="88455"/>
                  <a:pt x="68011" y="90759"/>
                  <a:pt x="65934" y="92015"/>
                </a:cubicBezTo>
                <a:cubicBezTo>
                  <a:pt x="63858" y="93271"/>
                  <a:pt x="61256" y="93271"/>
                  <a:pt x="59179" y="92015"/>
                </a:cubicBezTo>
                <a:cubicBezTo>
                  <a:pt x="57103" y="90759"/>
                  <a:pt x="55895" y="88455"/>
                  <a:pt x="56043" y="8603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9484107" y="5398467"/>
            <a:ext cx="715073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Review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256178" y="5612989"/>
            <a:ext cx="2341865" cy="14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 crisis flags and moderate access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F2937"/>
              </a:gs>
              <a:gs pos="100000">
                <a:srgbClr val="111827"/>
              </a:gs>
            </a:gsLst>
            <a:lin ang="2700000" scaled="1"/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2" r="62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5562600" y="1062038"/>
            <a:ext cx="1066800" cy="1066800"/>
          </a:xfrm>
          <a:custGeom>
            <a:avLst/>
            <a:gdLst/>
            <a:ahLst/>
            <a:cxnLst/>
            <a:rect l="l" t="t" r="r" b="b"/>
            <a:pathLst>
              <a:path w="1066800" h="1066800">
                <a:moveTo>
                  <a:pt x="228605" y="0"/>
                </a:moveTo>
                <a:lnTo>
                  <a:pt x="838195" y="0"/>
                </a:lnTo>
                <a:cubicBezTo>
                  <a:pt x="964366" y="0"/>
                  <a:pt x="1066800" y="102434"/>
                  <a:pt x="1066800" y="228605"/>
                </a:cubicBezTo>
                <a:lnTo>
                  <a:pt x="1066800" y="838195"/>
                </a:lnTo>
                <a:cubicBezTo>
                  <a:pt x="1066800" y="964366"/>
                  <a:pt x="964366" y="1066800"/>
                  <a:pt x="838195" y="1066800"/>
                </a:cubicBezTo>
                <a:lnTo>
                  <a:pt x="228605" y="1066800"/>
                </a:lnTo>
                <a:cubicBezTo>
                  <a:pt x="102434" y="1066800"/>
                  <a:pt x="0" y="964366"/>
                  <a:pt x="0" y="838195"/>
                </a:cubicBezTo>
                <a:lnTo>
                  <a:pt x="0" y="228605"/>
                </a:lnTo>
                <a:cubicBezTo>
                  <a:pt x="0" y="102434"/>
                  <a:pt x="102434" y="0"/>
                  <a:pt x="228605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/>
              </a:gs>
              <a:gs pos="100000">
                <a:srgbClr val="10B981"/>
              </a:gs>
            </a:gsLst>
            <a:lin ang="2700000" scaled="1"/>
          </a:gradFill>
          <a:ln/>
        </p:spPr>
      </p:sp>
      <p:sp>
        <p:nvSpPr>
          <p:cNvPr id="5" name="Shape 2"/>
          <p:cNvSpPr/>
          <p:nvPr/>
        </p:nvSpPr>
        <p:spPr>
          <a:xfrm>
            <a:off x="5867400" y="136683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15205" y="77778"/>
                </a:moveTo>
                <a:lnTo>
                  <a:pt x="228600" y="96262"/>
                </a:lnTo>
                <a:lnTo>
                  <a:pt x="241995" y="77778"/>
                </a:lnTo>
                <a:cubicBezTo>
                  <a:pt x="264319" y="46881"/>
                  <a:pt x="300216" y="28575"/>
                  <a:pt x="338346" y="28575"/>
                </a:cubicBezTo>
                <a:cubicBezTo>
                  <a:pt x="403979" y="28575"/>
                  <a:pt x="457200" y="81796"/>
                  <a:pt x="457200" y="147429"/>
                </a:cubicBezTo>
                <a:lnTo>
                  <a:pt x="457200" y="149751"/>
                </a:lnTo>
                <a:cubicBezTo>
                  <a:pt x="457200" y="249942"/>
                  <a:pt x="332274" y="366296"/>
                  <a:pt x="267087" y="416034"/>
                </a:cubicBezTo>
                <a:cubicBezTo>
                  <a:pt x="256014" y="424428"/>
                  <a:pt x="242441" y="428625"/>
                  <a:pt x="228600" y="428625"/>
                </a:cubicBezTo>
                <a:cubicBezTo>
                  <a:pt x="214759" y="428625"/>
                  <a:pt x="201097" y="424517"/>
                  <a:pt x="190113" y="416034"/>
                </a:cubicBezTo>
                <a:cubicBezTo>
                  <a:pt x="124926" y="366296"/>
                  <a:pt x="0" y="249942"/>
                  <a:pt x="0" y="149751"/>
                </a:cubicBezTo>
                <a:lnTo>
                  <a:pt x="0" y="147429"/>
                </a:lnTo>
                <a:cubicBezTo>
                  <a:pt x="0" y="81796"/>
                  <a:pt x="53221" y="28575"/>
                  <a:pt x="118854" y="28575"/>
                </a:cubicBezTo>
                <a:cubicBezTo>
                  <a:pt x="156984" y="28575"/>
                  <a:pt x="192881" y="46881"/>
                  <a:pt x="215205" y="777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2696647" y="2662238"/>
            <a:ext cx="68008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Building Holistic Wellness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3605213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/>
              </a:gs>
              <a:gs pos="100000">
                <a:srgbClr val="10B981"/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2381250" y="3948112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comprehensive platform combining emotional tracking, AI support, and community engagement for personalized mental wellness journeys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961918" y="5148263"/>
            <a:ext cx="1914525" cy="647700"/>
          </a:xfrm>
          <a:custGeom>
            <a:avLst/>
            <a:gdLst/>
            <a:ahLst/>
            <a:cxnLst/>
            <a:rect l="l" t="t" r="r" b="b"/>
            <a:pathLst>
              <a:path w="1914525" h="647700">
                <a:moveTo>
                  <a:pt x="114300" y="0"/>
                </a:moveTo>
                <a:lnTo>
                  <a:pt x="1800225" y="0"/>
                </a:lnTo>
                <a:cubicBezTo>
                  <a:pt x="1863351" y="0"/>
                  <a:pt x="1914525" y="51174"/>
                  <a:pt x="1914525" y="114300"/>
                </a:cubicBezTo>
                <a:lnTo>
                  <a:pt x="1914525" y="533400"/>
                </a:lnTo>
                <a:cubicBezTo>
                  <a:pt x="1914525" y="596526"/>
                  <a:pt x="1863351" y="647700"/>
                  <a:pt x="1800225" y="647700"/>
                </a:cubicBezTo>
                <a:lnTo>
                  <a:pt x="114300" y="647700"/>
                </a:lnTo>
                <a:cubicBezTo>
                  <a:pt x="51216" y="647700"/>
                  <a:pt x="0" y="596484"/>
                  <a:pt x="0" y="5334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219093" y="535781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3590568" y="5262563"/>
            <a:ext cx="1133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590568" y="5491163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Support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184696" y="5148263"/>
            <a:ext cx="1733550" cy="647700"/>
          </a:xfrm>
          <a:custGeom>
            <a:avLst/>
            <a:gdLst/>
            <a:ahLst/>
            <a:cxnLst/>
            <a:rect l="l" t="t" r="r" b="b"/>
            <a:pathLst>
              <a:path w="1733550" h="647700">
                <a:moveTo>
                  <a:pt x="114300" y="0"/>
                </a:moveTo>
                <a:lnTo>
                  <a:pt x="1619250" y="0"/>
                </a:lnTo>
                <a:cubicBezTo>
                  <a:pt x="1682376" y="0"/>
                  <a:pt x="1733550" y="51174"/>
                  <a:pt x="1733550" y="114300"/>
                </a:cubicBezTo>
                <a:lnTo>
                  <a:pt x="1733550" y="533400"/>
                </a:lnTo>
                <a:cubicBezTo>
                  <a:pt x="1733550" y="596526"/>
                  <a:pt x="1682376" y="647700"/>
                  <a:pt x="1619250" y="647700"/>
                </a:cubicBezTo>
                <a:lnTo>
                  <a:pt x="114300" y="647700"/>
                </a:lnTo>
                <a:cubicBezTo>
                  <a:pt x="51216" y="647700"/>
                  <a:pt x="0" y="596484"/>
                  <a:pt x="0" y="5334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413296" y="5357813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5813346" y="5262563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Community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813346" y="5491163"/>
            <a:ext cx="942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Shared Growth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221260" y="5148263"/>
            <a:ext cx="2009775" cy="647700"/>
          </a:xfrm>
          <a:custGeom>
            <a:avLst/>
            <a:gdLst/>
            <a:ahLst/>
            <a:cxnLst/>
            <a:rect l="l" t="t" r="r" b="b"/>
            <a:pathLst>
              <a:path w="2009775" h="647700">
                <a:moveTo>
                  <a:pt x="114300" y="0"/>
                </a:moveTo>
                <a:lnTo>
                  <a:pt x="1895475" y="0"/>
                </a:lnTo>
                <a:cubicBezTo>
                  <a:pt x="1958601" y="0"/>
                  <a:pt x="2009775" y="51174"/>
                  <a:pt x="2009775" y="114300"/>
                </a:cubicBezTo>
                <a:lnTo>
                  <a:pt x="2009775" y="533400"/>
                </a:lnTo>
                <a:cubicBezTo>
                  <a:pt x="2009775" y="596526"/>
                  <a:pt x="1958601" y="647700"/>
                  <a:pt x="1895475" y="647700"/>
                </a:cubicBezTo>
                <a:lnTo>
                  <a:pt x="114300" y="647700"/>
                </a:lnTo>
                <a:cubicBezTo>
                  <a:pt x="51216" y="647700"/>
                  <a:pt x="0" y="596484"/>
                  <a:pt x="0" y="5334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7478435" y="535781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7849910" y="5262563"/>
            <a:ext cx="122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Privacy First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849910" y="5491163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&amp; Compliant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Wellness Application - Feature Overview</dc:title>
  <dc:subject>Wellness Application - Feature Overview</dc:subject>
  <dc:creator>Kimi</dc:creator>
  <cp:lastModifiedBy>Kimi</cp:lastModifiedBy>
  <cp:revision>1</cp:revision>
  <dcterms:created xsi:type="dcterms:W3CDTF">2026-04-08T23:23:41Z</dcterms:created>
  <dcterms:modified xsi:type="dcterms:W3CDTF">2026-04-08T23:23:41Z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{"Label":"Wellness Application - Feature Overview","ContentProducer":"001191110108MACG2KBH8F10000","ProduceID":"19d70955-7c22-88f1-8000-0000472064f9","ReservedCode1":"","ContentPropagator":"001191110108MACG2KBH8F20000","PropagateID":"19d70955-7c22-88f1-8000-0000472064f9","ReservedCode2":""}</vt:lpwstr>
  </property>
</Properties>
</file>